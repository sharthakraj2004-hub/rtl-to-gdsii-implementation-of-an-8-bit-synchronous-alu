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6"/>
  </p:notesMasterIdLst>
  <p:sldIdLst>
    <p:sldId id="257" r:id="rId2"/>
    <p:sldId id="258" r:id="rId3"/>
    <p:sldId id="261" r:id="rId4"/>
    <p:sldId id="276" r:id="rId5"/>
    <p:sldId id="259" r:id="rId6"/>
    <p:sldId id="268" r:id="rId7"/>
    <p:sldId id="279" r:id="rId8"/>
    <p:sldId id="277" r:id="rId9"/>
    <p:sldId id="281" r:id="rId10"/>
    <p:sldId id="282" r:id="rId11"/>
    <p:sldId id="283" r:id="rId12"/>
    <p:sldId id="284" r:id="rId13"/>
    <p:sldId id="28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22703-E636-437B-9BEE-B5F36FACE5D2}" v="20" dt="2026-05-12T21:23:17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Mukherjee" userId="6d1c2fc30d4ccd5a" providerId="LiveId" clId="{DD74E419-C24B-4181-84AD-0028C8BAEDF5}"/>
    <pc:docChg chg="undo custSel addSld delSld modSld">
      <pc:chgData name="Priyanshu Mukherjee" userId="6d1c2fc30d4ccd5a" providerId="LiveId" clId="{DD74E419-C24B-4181-84AD-0028C8BAEDF5}" dt="2026-05-12T21:33:48.496" v="595" actId="20577"/>
      <pc:docMkLst>
        <pc:docMk/>
      </pc:docMkLst>
      <pc:sldChg chg="addSp modSp mod">
        <pc:chgData name="Priyanshu Mukherjee" userId="6d1c2fc30d4ccd5a" providerId="LiveId" clId="{DD74E419-C24B-4181-84AD-0028C8BAEDF5}" dt="2026-05-12T21:25:41.696" v="558" actId="20577"/>
        <pc:sldMkLst>
          <pc:docMk/>
          <pc:sldMk cId="1816111686" sldId="259"/>
        </pc:sldMkLst>
        <pc:spChg chg="mod">
          <ac:chgData name="Priyanshu Mukherjee" userId="6d1c2fc30d4ccd5a" providerId="LiveId" clId="{DD74E419-C24B-4181-84AD-0028C8BAEDF5}" dt="2026-05-12T20:29:06.100" v="111" actId="1076"/>
          <ac:spMkLst>
            <pc:docMk/>
            <pc:sldMk cId="1816111686" sldId="259"/>
            <ac:spMk id="2" creationId="{3E5443B0-F467-667D-869A-68886A87D032}"/>
          </ac:spMkLst>
        </pc:spChg>
        <pc:spChg chg="add mod">
          <ac:chgData name="Priyanshu Mukherjee" userId="6d1c2fc30d4ccd5a" providerId="LiveId" clId="{DD74E419-C24B-4181-84AD-0028C8BAEDF5}" dt="2026-05-12T21:25:41.696" v="558" actId="20577"/>
          <ac:spMkLst>
            <pc:docMk/>
            <pc:sldMk cId="1816111686" sldId="259"/>
            <ac:spMk id="3" creationId="{90256F98-1AA5-5A5A-DE4F-DF62E027BA54}"/>
          </ac:spMkLst>
        </pc:spChg>
        <pc:spChg chg="add mod">
          <ac:chgData name="Priyanshu Mukherjee" userId="6d1c2fc30d4ccd5a" providerId="LiveId" clId="{DD74E419-C24B-4181-84AD-0028C8BAEDF5}" dt="2026-05-12T20:28:48.254" v="84" actId="1076"/>
          <ac:spMkLst>
            <pc:docMk/>
            <pc:sldMk cId="1816111686" sldId="259"/>
            <ac:spMk id="8" creationId="{BD4204B2-F835-988C-DCD8-406EF0C37E67}"/>
          </ac:spMkLst>
        </pc:spChg>
      </pc:sldChg>
      <pc:sldChg chg="addSp modSp mod">
        <pc:chgData name="Priyanshu Mukherjee" userId="6d1c2fc30d4ccd5a" providerId="LiveId" clId="{DD74E419-C24B-4181-84AD-0028C8BAEDF5}" dt="2026-05-12T21:33:48.496" v="595" actId="20577"/>
        <pc:sldMkLst>
          <pc:docMk/>
          <pc:sldMk cId="976044689" sldId="261"/>
        </pc:sldMkLst>
        <pc:spChg chg="mod">
          <ac:chgData name="Priyanshu Mukherjee" userId="6d1c2fc30d4ccd5a" providerId="LiveId" clId="{DD74E419-C24B-4181-84AD-0028C8BAEDF5}" dt="2026-05-12T21:33:48.496" v="595" actId="20577"/>
          <ac:spMkLst>
            <pc:docMk/>
            <pc:sldMk cId="976044689" sldId="261"/>
            <ac:spMk id="12" creationId="{3DE474B9-3B7A-141E-F361-BFB0DAEFBA3D}"/>
          </ac:spMkLst>
        </pc:spChg>
        <pc:picChg chg="mod">
          <ac:chgData name="Priyanshu Mukherjee" userId="6d1c2fc30d4ccd5a" providerId="LiveId" clId="{DD74E419-C24B-4181-84AD-0028C8BAEDF5}" dt="2026-05-12T20:17:15.648" v="24" actId="1076"/>
          <ac:picMkLst>
            <pc:docMk/>
            <pc:sldMk cId="976044689" sldId="261"/>
            <ac:picMk id="9" creationId="{D0101DDE-C4FC-5375-E177-6A0496DF7CF9}"/>
          </ac:picMkLst>
        </pc:picChg>
        <pc:picChg chg="mod">
          <ac:chgData name="Priyanshu Mukherjee" userId="6d1c2fc30d4ccd5a" providerId="LiveId" clId="{DD74E419-C24B-4181-84AD-0028C8BAEDF5}" dt="2026-05-12T20:19:10.472" v="45" actId="1076"/>
          <ac:picMkLst>
            <pc:docMk/>
            <pc:sldMk cId="976044689" sldId="261"/>
            <ac:picMk id="11" creationId="{0AF5D5E2-4DCC-A920-DDD3-C0EE74CCCF22}"/>
          </ac:picMkLst>
        </pc:picChg>
        <pc:picChg chg="add mod">
          <ac:chgData name="Priyanshu Mukherjee" userId="6d1c2fc30d4ccd5a" providerId="LiveId" clId="{DD74E419-C24B-4181-84AD-0028C8BAEDF5}" dt="2026-05-12T20:17:13.075" v="23" actId="1076"/>
          <ac:picMkLst>
            <pc:docMk/>
            <pc:sldMk cId="976044689" sldId="261"/>
            <ac:picMk id="17" creationId="{F16542B1-DE6F-A91B-3667-695C7F9BEC4D}"/>
          </ac:picMkLst>
        </pc:picChg>
        <pc:inkChg chg="add">
          <ac:chgData name="Priyanshu Mukherjee" userId="6d1c2fc30d4ccd5a" providerId="LiveId" clId="{DD74E419-C24B-4181-84AD-0028C8BAEDF5}" dt="2026-05-12T20:15:04.172" v="11" actId="9405"/>
          <ac:inkMkLst>
            <pc:docMk/>
            <pc:sldMk cId="976044689" sldId="261"/>
            <ac:inkMk id="13" creationId="{F72F2990-2E61-B411-6CDC-35EB4B08AFB3}"/>
          </ac:inkMkLst>
        </pc:inkChg>
        <pc:inkChg chg="add mod">
          <ac:chgData name="Priyanshu Mukherjee" userId="6d1c2fc30d4ccd5a" providerId="LiveId" clId="{DD74E419-C24B-4181-84AD-0028C8BAEDF5}" dt="2026-05-12T20:17:50.606" v="33" actId="1076"/>
          <ac:inkMkLst>
            <pc:docMk/>
            <pc:sldMk cId="976044689" sldId="261"/>
            <ac:inkMk id="14" creationId="{3AC217E0-22D1-B174-AA7D-EDA19757D58C}"/>
          </ac:inkMkLst>
        </pc:inkChg>
        <pc:inkChg chg="add mod">
          <ac:chgData name="Priyanshu Mukherjee" userId="6d1c2fc30d4ccd5a" providerId="LiveId" clId="{DD74E419-C24B-4181-84AD-0028C8BAEDF5}" dt="2026-05-12T20:19:14.786" v="46" actId="1076"/>
          <ac:inkMkLst>
            <pc:docMk/>
            <pc:sldMk cId="976044689" sldId="261"/>
            <ac:inkMk id="15" creationId="{74EAC639-BEBC-CBDE-2B55-BA783EA37EFF}"/>
          </ac:inkMkLst>
        </pc:inkChg>
        <pc:inkChg chg="add">
          <ac:chgData name="Priyanshu Mukherjee" userId="6d1c2fc30d4ccd5a" providerId="LiveId" clId="{DD74E419-C24B-4181-84AD-0028C8BAEDF5}" dt="2026-05-12T20:18:07.907" v="34" actId="9405"/>
          <ac:inkMkLst>
            <pc:docMk/>
            <pc:sldMk cId="976044689" sldId="261"/>
            <ac:inkMk id="18" creationId="{63EBFFC9-FBA6-2BC1-8FB7-7F51A7ED0D6A}"/>
          </ac:inkMkLst>
        </pc:inkChg>
        <pc:inkChg chg="add">
          <ac:chgData name="Priyanshu Mukherjee" userId="6d1c2fc30d4ccd5a" providerId="LiveId" clId="{DD74E419-C24B-4181-84AD-0028C8BAEDF5}" dt="2026-05-12T20:18:16.708" v="35" actId="9405"/>
          <ac:inkMkLst>
            <pc:docMk/>
            <pc:sldMk cId="976044689" sldId="261"/>
            <ac:inkMk id="19" creationId="{4374489B-BACD-98AC-AE8F-64FC348BACD8}"/>
          </ac:inkMkLst>
        </pc:inkChg>
        <pc:inkChg chg="add">
          <ac:chgData name="Priyanshu Mukherjee" userId="6d1c2fc30d4ccd5a" providerId="LiveId" clId="{DD74E419-C24B-4181-84AD-0028C8BAEDF5}" dt="2026-05-12T20:18:20.127" v="36" actId="9405"/>
          <ac:inkMkLst>
            <pc:docMk/>
            <pc:sldMk cId="976044689" sldId="261"/>
            <ac:inkMk id="20" creationId="{C2FAFF0E-6E1C-8AF4-6297-00A9A7E7C43D}"/>
          </ac:inkMkLst>
        </pc:inkChg>
      </pc:sldChg>
      <pc:sldChg chg="addSp modSp mod">
        <pc:chgData name="Priyanshu Mukherjee" userId="6d1c2fc30d4ccd5a" providerId="LiveId" clId="{DD74E419-C24B-4181-84AD-0028C8BAEDF5}" dt="2026-05-12T20:32:19.989" v="250" actId="113"/>
        <pc:sldMkLst>
          <pc:docMk/>
          <pc:sldMk cId="2673965662" sldId="268"/>
        </pc:sldMkLst>
        <pc:spChg chg="mod">
          <ac:chgData name="Priyanshu Mukherjee" userId="6d1c2fc30d4ccd5a" providerId="LiveId" clId="{DD74E419-C24B-4181-84AD-0028C8BAEDF5}" dt="2026-05-12T20:31:39.697" v="231" actId="1076"/>
          <ac:spMkLst>
            <pc:docMk/>
            <pc:sldMk cId="2673965662" sldId="268"/>
            <ac:spMk id="2" creationId="{E565C505-8D2E-71E3-C746-B320C523AD98}"/>
          </ac:spMkLst>
        </pc:spChg>
        <pc:spChg chg="add mod">
          <ac:chgData name="Priyanshu Mukherjee" userId="6d1c2fc30d4ccd5a" providerId="LiveId" clId="{DD74E419-C24B-4181-84AD-0028C8BAEDF5}" dt="2026-05-12T20:32:19.989" v="250" actId="113"/>
          <ac:spMkLst>
            <pc:docMk/>
            <pc:sldMk cId="2673965662" sldId="268"/>
            <ac:spMk id="3" creationId="{D48C46C3-0CF6-634C-C944-B7EEFA9E0EF6}"/>
          </ac:spMkLst>
        </pc:spChg>
      </pc:sldChg>
      <pc:sldChg chg="addSp mod">
        <pc:chgData name="Priyanshu Mukherjee" userId="6d1c2fc30d4ccd5a" providerId="LiveId" clId="{DD74E419-C24B-4181-84AD-0028C8BAEDF5}" dt="2026-05-12T20:10:54.577" v="0" actId="9405"/>
        <pc:sldMkLst>
          <pc:docMk/>
          <pc:sldMk cId="3876938245" sldId="276"/>
        </pc:sldMkLst>
        <pc:inkChg chg="add">
          <ac:chgData name="Priyanshu Mukherjee" userId="6d1c2fc30d4ccd5a" providerId="LiveId" clId="{DD74E419-C24B-4181-84AD-0028C8BAEDF5}" dt="2026-05-12T20:10:54.577" v="0" actId="9405"/>
          <ac:inkMkLst>
            <pc:docMk/>
            <pc:sldMk cId="3876938245" sldId="276"/>
            <ac:inkMk id="31" creationId="{CE098153-5D8E-5A50-90AC-1BCAB9200DD9}"/>
          </ac:inkMkLst>
        </pc:inkChg>
      </pc:sldChg>
      <pc:sldChg chg="addSp delSp modSp mod">
        <pc:chgData name="Priyanshu Mukherjee" userId="6d1c2fc30d4ccd5a" providerId="LiveId" clId="{DD74E419-C24B-4181-84AD-0028C8BAEDF5}" dt="2026-05-12T21:00:23.762" v="368" actId="14100"/>
        <pc:sldMkLst>
          <pc:docMk/>
          <pc:sldMk cId="2732140465" sldId="277"/>
        </pc:sldMkLst>
        <pc:spChg chg="mod">
          <ac:chgData name="Priyanshu Mukherjee" userId="6d1c2fc30d4ccd5a" providerId="LiveId" clId="{DD74E419-C24B-4181-84AD-0028C8BAEDF5}" dt="2026-05-12T20:55:18.968" v="336" actId="1076"/>
          <ac:spMkLst>
            <pc:docMk/>
            <pc:sldMk cId="2732140465" sldId="277"/>
            <ac:spMk id="2" creationId="{E92B9486-8403-F42F-F969-081A7470F07A}"/>
          </ac:spMkLst>
        </pc:spChg>
        <pc:grpChg chg="mod">
          <ac:chgData name="Priyanshu Mukherjee" userId="6d1c2fc30d4ccd5a" providerId="LiveId" clId="{DD74E419-C24B-4181-84AD-0028C8BAEDF5}" dt="2026-05-12T20:58:50.114" v="361"/>
          <ac:grpSpMkLst>
            <pc:docMk/>
            <pc:sldMk cId="2732140465" sldId="277"/>
            <ac:grpSpMk id="16" creationId="{CB450C0C-4176-2039-75DF-D49755E9775A}"/>
          </ac:grpSpMkLst>
        </pc:grpChg>
        <pc:picChg chg="add mod">
          <ac:chgData name="Priyanshu Mukherjee" userId="6d1c2fc30d4ccd5a" providerId="LiveId" clId="{DD74E419-C24B-4181-84AD-0028C8BAEDF5}" dt="2026-05-12T20:57:54.971" v="345" actId="14100"/>
          <ac:picMkLst>
            <pc:docMk/>
            <pc:sldMk cId="2732140465" sldId="277"/>
            <ac:picMk id="7" creationId="{8EDC5790-DA79-80FD-E061-DA59F76D39A7}"/>
          </ac:picMkLst>
        </pc:picChg>
        <pc:picChg chg="add del mod">
          <ac:chgData name="Priyanshu Mukherjee" userId="6d1c2fc30d4ccd5a" providerId="LiveId" clId="{DD74E419-C24B-4181-84AD-0028C8BAEDF5}" dt="2026-05-12T20:59:55.045" v="363" actId="478"/>
          <ac:picMkLst>
            <pc:docMk/>
            <pc:sldMk cId="2732140465" sldId="277"/>
            <ac:picMk id="18" creationId="{3E2A02B6-A3E7-EA9B-D8DF-299F6339EFB1}"/>
          </ac:picMkLst>
        </pc:picChg>
        <pc:picChg chg="add mod">
          <ac:chgData name="Priyanshu Mukherjee" userId="6d1c2fc30d4ccd5a" providerId="LiveId" clId="{DD74E419-C24B-4181-84AD-0028C8BAEDF5}" dt="2026-05-12T21:00:23.762" v="368" actId="14100"/>
          <ac:picMkLst>
            <pc:docMk/>
            <pc:sldMk cId="2732140465" sldId="277"/>
            <ac:picMk id="20" creationId="{8D7FED29-62E1-57EF-0DCD-C33544499796}"/>
          </ac:picMkLst>
        </pc:picChg>
        <pc:inkChg chg="add del">
          <ac:chgData name="Priyanshu Mukherjee" userId="6d1c2fc30d4ccd5a" providerId="LiveId" clId="{DD74E419-C24B-4181-84AD-0028C8BAEDF5}" dt="2026-05-12T20:57:33.545" v="343"/>
          <ac:inkMkLst>
            <pc:docMk/>
            <pc:sldMk cId="2732140465" sldId="277"/>
            <ac:inkMk id="9" creationId="{3EA7E975-0803-C08C-85B8-C9B8340B1D76}"/>
          </ac:inkMkLst>
        </pc:inkChg>
        <pc:inkChg chg="add del">
          <ac:chgData name="Priyanshu Mukherjee" userId="6d1c2fc30d4ccd5a" providerId="LiveId" clId="{DD74E419-C24B-4181-84AD-0028C8BAEDF5}" dt="2026-05-12T20:58:30.618" v="357" actId="478"/>
          <ac:inkMkLst>
            <pc:docMk/>
            <pc:sldMk cId="2732140465" sldId="277"/>
            <ac:inkMk id="11" creationId="{FCAA3D94-D0B0-33E7-96FE-0BB8284E0080}"/>
          </ac:inkMkLst>
        </pc:inkChg>
        <pc:inkChg chg="add del mod">
          <ac:chgData name="Priyanshu Mukherjee" userId="6d1c2fc30d4ccd5a" providerId="LiveId" clId="{DD74E419-C24B-4181-84AD-0028C8BAEDF5}" dt="2026-05-12T20:58:26.533" v="356" actId="478"/>
          <ac:inkMkLst>
            <pc:docMk/>
            <pc:sldMk cId="2732140465" sldId="277"/>
            <ac:inkMk id="12" creationId="{A3F6D144-B82D-5F63-4075-96DC57E0D20B}"/>
          </ac:inkMkLst>
        </pc:inkChg>
        <pc:inkChg chg="add">
          <ac:chgData name="Priyanshu Mukherjee" userId="6d1c2fc30d4ccd5a" providerId="LiveId" clId="{DD74E419-C24B-4181-84AD-0028C8BAEDF5}" dt="2026-05-12T20:58:39.875" v="358" actId="9405"/>
          <ac:inkMkLst>
            <pc:docMk/>
            <pc:sldMk cId="2732140465" sldId="277"/>
            <ac:inkMk id="13" creationId="{B225C7E4-892D-EC71-C141-132829A98DD1}"/>
          </ac:inkMkLst>
        </pc:inkChg>
        <pc:inkChg chg="add mod">
          <ac:chgData name="Priyanshu Mukherjee" userId="6d1c2fc30d4ccd5a" providerId="LiveId" clId="{DD74E419-C24B-4181-84AD-0028C8BAEDF5}" dt="2026-05-12T20:58:50.114" v="361"/>
          <ac:inkMkLst>
            <pc:docMk/>
            <pc:sldMk cId="2732140465" sldId="277"/>
            <ac:inkMk id="14" creationId="{22D0B27E-FB12-B326-F972-B71A4BCC859A}"/>
          </ac:inkMkLst>
        </pc:inkChg>
        <pc:inkChg chg="add mod">
          <ac:chgData name="Priyanshu Mukherjee" userId="6d1c2fc30d4ccd5a" providerId="LiveId" clId="{DD74E419-C24B-4181-84AD-0028C8BAEDF5}" dt="2026-05-12T20:58:50.114" v="361"/>
          <ac:inkMkLst>
            <pc:docMk/>
            <pc:sldMk cId="2732140465" sldId="277"/>
            <ac:inkMk id="15" creationId="{678D7F5F-65D4-0981-6BD8-6556EE96BB7C}"/>
          </ac:inkMkLst>
        </pc:inkChg>
      </pc:sldChg>
      <pc:sldChg chg="del">
        <pc:chgData name="Priyanshu Mukherjee" userId="6d1c2fc30d4ccd5a" providerId="LiveId" clId="{DD74E419-C24B-4181-84AD-0028C8BAEDF5}" dt="2026-05-12T20:37:27.906" v="256" actId="47"/>
        <pc:sldMkLst>
          <pc:docMk/>
          <pc:sldMk cId="1410614542" sldId="278"/>
        </pc:sldMkLst>
      </pc:sldChg>
      <pc:sldChg chg="addSp delSp modSp add mod">
        <pc:chgData name="Priyanshu Mukherjee" userId="6d1c2fc30d4ccd5a" providerId="LiveId" clId="{DD74E419-C24B-4181-84AD-0028C8BAEDF5}" dt="2026-05-12T20:49:25.956" v="317" actId="14100"/>
        <pc:sldMkLst>
          <pc:docMk/>
          <pc:sldMk cId="619681228" sldId="279"/>
        </pc:sldMkLst>
        <pc:spChg chg="del mod">
          <ac:chgData name="Priyanshu Mukherjee" userId="6d1c2fc30d4ccd5a" providerId="LiveId" clId="{DD74E419-C24B-4181-84AD-0028C8BAEDF5}" dt="2026-05-12T20:48:17.567" v="307" actId="478"/>
          <ac:spMkLst>
            <pc:docMk/>
            <pc:sldMk cId="619681228" sldId="279"/>
            <ac:spMk id="2" creationId="{5F0052B4-C5CE-0A8B-A303-C8433B758FB6}"/>
          </ac:spMkLst>
        </pc:spChg>
        <pc:spChg chg="mod">
          <ac:chgData name="Priyanshu Mukherjee" userId="6d1c2fc30d4ccd5a" providerId="LiveId" clId="{DD74E419-C24B-4181-84AD-0028C8BAEDF5}" dt="2026-05-12T20:37:50.579" v="286" actId="255"/>
          <ac:spMkLst>
            <pc:docMk/>
            <pc:sldMk cId="619681228" sldId="279"/>
            <ac:spMk id="3" creationId="{EE6826FD-B3C6-67BE-247E-695BD1DB22D3}"/>
          </ac:spMkLst>
        </pc:spChg>
        <pc:picChg chg="add mod">
          <ac:chgData name="Priyanshu Mukherjee" userId="6d1c2fc30d4ccd5a" providerId="LiveId" clId="{DD74E419-C24B-4181-84AD-0028C8BAEDF5}" dt="2026-05-12T20:48:31.815" v="311" actId="14100"/>
          <ac:picMkLst>
            <pc:docMk/>
            <pc:sldMk cId="619681228" sldId="279"/>
            <ac:picMk id="9" creationId="{07D7485C-F6FC-2B0B-886C-01E96D1F618E}"/>
          </ac:picMkLst>
        </pc:picChg>
        <pc:picChg chg="add mod">
          <ac:chgData name="Priyanshu Mukherjee" userId="6d1c2fc30d4ccd5a" providerId="LiveId" clId="{DD74E419-C24B-4181-84AD-0028C8BAEDF5}" dt="2026-05-12T20:48:28.497" v="310" actId="14100"/>
          <ac:picMkLst>
            <pc:docMk/>
            <pc:sldMk cId="619681228" sldId="279"/>
            <ac:picMk id="11" creationId="{C1639DB3-5F8F-EE73-C85F-B4F8D3ED2C03}"/>
          </ac:picMkLst>
        </pc:picChg>
        <pc:picChg chg="add mod">
          <ac:chgData name="Priyanshu Mukherjee" userId="6d1c2fc30d4ccd5a" providerId="LiveId" clId="{DD74E419-C24B-4181-84AD-0028C8BAEDF5}" dt="2026-05-12T20:48:20.359" v="308" actId="1076"/>
          <ac:picMkLst>
            <pc:docMk/>
            <pc:sldMk cId="619681228" sldId="279"/>
            <ac:picMk id="13" creationId="{AA3D716D-25AC-2F28-65DA-5EC571FF59CF}"/>
          </ac:picMkLst>
        </pc:picChg>
        <pc:picChg chg="add mod">
          <ac:chgData name="Priyanshu Mukherjee" userId="6d1c2fc30d4ccd5a" providerId="LiveId" clId="{DD74E419-C24B-4181-84AD-0028C8BAEDF5}" dt="2026-05-12T20:49:25.956" v="317" actId="14100"/>
          <ac:picMkLst>
            <pc:docMk/>
            <pc:sldMk cId="619681228" sldId="279"/>
            <ac:picMk id="15" creationId="{F4EC5B0E-13D2-5AB1-88DE-2582524833E6}"/>
          </ac:picMkLst>
        </pc:picChg>
      </pc:sldChg>
      <pc:sldChg chg="new del">
        <pc:chgData name="Priyanshu Mukherjee" userId="6d1c2fc30d4ccd5a" providerId="LiveId" clId="{DD74E419-C24B-4181-84AD-0028C8BAEDF5}" dt="2026-05-12T20:50:14.989" v="322" actId="47"/>
        <pc:sldMkLst>
          <pc:docMk/>
          <pc:sldMk cId="2740094978" sldId="280"/>
        </pc:sldMkLst>
      </pc:sldChg>
      <pc:sldChg chg="addSp delSp modSp add mod">
        <pc:chgData name="Priyanshu Mukherjee" userId="6d1c2fc30d4ccd5a" providerId="LiveId" clId="{DD74E419-C24B-4181-84AD-0028C8BAEDF5}" dt="2026-05-12T21:15:52.683" v="425" actId="1076"/>
        <pc:sldMkLst>
          <pc:docMk/>
          <pc:sldMk cId="3130494552" sldId="281"/>
        </pc:sldMkLst>
        <pc:spChg chg="mod">
          <ac:chgData name="Priyanshu Mukherjee" userId="6d1c2fc30d4ccd5a" providerId="LiveId" clId="{DD74E419-C24B-4181-84AD-0028C8BAEDF5}" dt="2026-05-12T21:08:25.384" v="412" actId="113"/>
          <ac:spMkLst>
            <pc:docMk/>
            <pc:sldMk cId="3130494552" sldId="281"/>
            <ac:spMk id="2" creationId="{9D1D47A3-C1EC-97CA-6AD6-F667C4F7BBB7}"/>
          </ac:spMkLst>
        </pc:spChg>
        <pc:picChg chg="add del">
          <ac:chgData name="Priyanshu Mukherjee" userId="6d1c2fc30d4ccd5a" providerId="LiveId" clId="{DD74E419-C24B-4181-84AD-0028C8BAEDF5}" dt="2026-05-12T21:07:29.069" v="370" actId="478"/>
          <ac:picMkLst>
            <pc:docMk/>
            <pc:sldMk cId="3130494552" sldId="281"/>
            <ac:picMk id="7" creationId="{088AB6E3-A2FF-1808-BBC0-92BF1D3316BF}"/>
          </ac:picMkLst>
        </pc:picChg>
        <pc:picChg chg="add del mod">
          <ac:chgData name="Priyanshu Mukherjee" userId="6d1c2fc30d4ccd5a" providerId="LiveId" clId="{DD74E419-C24B-4181-84AD-0028C8BAEDF5}" dt="2026-05-12T21:15:45.649" v="422" actId="478"/>
          <ac:picMkLst>
            <pc:docMk/>
            <pc:sldMk cId="3130494552" sldId="281"/>
            <ac:picMk id="10" creationId="{983896A7-8386-0B5A-3DC1-4CDEC9B58238}"/>
          </ac:picMkLst>
        </pc:picChg>
        <pc:picChg chg="add mod">
          <ac:chgData name="Priyanshu Mukherjee" userId="6d1c2fc30d4ccd5a" providerId="LiveId" clId="{DD74E419-C24B-4181-84AD-0028C8BAEDF5}" dt="2026-05-12T21:15:52.683" v="425" actId="1076"/>
          <ac:picMkLst>
            <pc:docMk/>
            <pc:sldMk cId="3130494552" sldId="281"/>
            <ac:picMk id="12" creationId="{FC0F8403-1A72-BCF6-BD43-5405290B3A59}"/>
          </ac:picMkLst>
        </pc:picChg>
      </pc:sldChg>
      <pc:sldChg chg="addSp modSp add mod">
        <pc:chgData name="Priyanshu Mukherjee" userId="6d1c2fc30d4ccd5a" providerId="LiveId" clId="{DD74E419-C24B-4181-84AD-0028C8BAEDF5}" dt="2026-05-12T21:17:12.255" v="461" actId="20577"/>
        <pc:sldMkLst>
          <pc:docMk/>
          <pc:sldMk cId="3731363605" sldId="282"/>
        </pc:sldMkLst>
        <pc:spChg chg="mod">
          <ac:chgData name="Priyanshu Mukherjee" userId="6d1c2fc30d4ccd5a" providerId="LiveId" clId="{DD74E419-C24B-4181-84AD-0028C8BAEDF5}" dt="2026-05-12T21:17:12.255" v="461" actId="20577"/>
          <ac:spMkLst>
            <pc:docMk/>
            <pc:sldMk cId="3731363605" sldId="282"/>
            <ac:spMk id="2" creationId="{9AEACF30-4B65-8FAC-1116-A39813F5F3E4}"/>
          </ac:spMkLst>
        </pc:spChg>
        <pc:picChg chg="add mod">
          <ac:chgData name="Priyanshu Mukherjee" userId="6d1c2fc30d4ccd5a" providerId="LiveId" clId="{DD74E419-C24B-4181-84AD-0028C8BAEDF5}" dt="2026-05-12T21:17:01.802" v="431" actId="1076"/>
          <ac:picMkLst>
            <pc:docMk/>
            <pc:sldMk cId="3731363605" sldId="282"/>
            <ac:picMk id="7" creationId="{B3F060CF-6658-4E5B-F006-B2074047A426}"/>
          </ac:picMkLst>
        </pc:picChg>
      </pc:sldChg>
      <pc:sldChg chg="addSp modSp add mod">
        <pc:chgData name="Priyanshu Mukherjee" userId="6d1c2fc30d4ccd5a" providerId="LiveId" clId="{DD74E419-C24B-4181-84AD-0028C8BAEDF5}" dt="2026-05-12T21:18:49.020" v="484" actId="113"/>
        <pc:sldMkLst>
          <pc:docMk/>
          <pc:sldMk cId="717818167" sldId="283"/>
        </pc:sldMkLst>
        <pc:spChg chg="mod">
          <ac:chgData name="Priyanshu Mukherjee" userId="6d1c2fc30d4ccd5a" providerId="LiveId" clId="{DD74E419-C24B-4181-84AD-0028C8BAEDF5}" dt="2026-05-12T21:18:49.020" v="484" actId="113"/>
          <ac:spMkLst>
            <pc:docMk/>
            <pc:sldMk cId="717818167" sldId="283"/>
            <ac:spMk id="2" creationId="{4F5020D5-DDE4-9349-010D-58F869634E6A}"/>
          </ac:spMkLst>
        </pc:spChg>
        <pc:picChg chg="add mod">
          <ac:chgData name="Priyanshu Mukherjee" userId="6d1c2fc30d4ccd5a" providerId="LiveId" clId="{DD74E419-C24B-4181-84AD-0028C8BAEDF5}" dt="2026-05-12T21:17:57.803" v="467" actId="1076"/>
          <ac:picMkLst>
            <pc:docMk/>
            <pc:sldMk cId="717818167" sldId="283"/>
            <ac:picMk id="7" creationId="{822BB073-C98F-F69E-EBF4-52F65067E25D}"/>
          </ac:picMkLst>
        </pc:picChg>
      </pc:sldChg>
      <pc:sldChg chg="addSp delSp modSp add mod">
        <pc:chgData name="Priyanshu Mukherjee" userId="6d1c2fc30d4ccd5a" providerId="LiveId" clId="{DD74E419-C24B-4181-84AD-0028C8BAEDF5}" dt="2026-05-12T21:20:57.074" v="536" actId="14100"/>
        <pc:sldMkLst>
          <pc:docMk/>
          <pc:sldMk cId="3861022587" sldId="284"/>
        </pc:sldMkLst>
        <pc:spChg chg="mod">
          <ac:chgData name="Priyanshu Mukherjee" userId="6d1c2fc30d4ccd5a" providerId="LiveId" clId="{DD74E419-C24B-4181-84AD-0028C8BAEDF5}" dt="2026-05-12T21:20:48.916" v="535" actId="20577"/>
          <ac:spMkLst>
            <pc:docMk/>
            <pc:sldMk cId="3861022587" sldId="284"/>
            <ac:spMk id="2" creationId="{18E92090-5490-22DA-43F6-C3E1F699E5BD}"/>
          </ac:spMkLst>
        </pc:spChg>
        <pc:picChg chg="del">
          <ac:chgData name="Priyanshu Mukherjee" userId="6d1c2fc30d4ccd5a" providerId="LiveId" clId="{DD74E419-C24B-4181-84AD-0028C8BAEDF5}" dt="2026-05-12T21:19:00.390" v="487" actId="478"/>
          <ac:picMkLst>
            <pc:docMk/>
            <pc:sldMk cId="3861022587" sldId="284"/>
            <ac:picMk id="7" creationId="{4ED2D38F-26F9-C488-CA88-000649D2CF79}"/>
          </ac:picMkLst>
        </pc:picChg>
        <pc:picChg chg="add mod">
          <ac:chgData name="Priyanshu Mukherjee" userId="6d1c2fc30d4ccd5a" providerId="LiveId" clId="{DD74E419-C24B-4181-84AD-0028C8BAEDF5}" dt="2026-05-12T21:20:57.074" v="536" actId="14100"/>
          <ac:picMkLst>
            <pc:docMk/>
            <pc:sldMk cId="3861022587" sldId="284"/>
            <ac:picMk id="9" creationId="{184F5936-F4E8-B2C3-55B1-6789C369DCBC}"/>
          </ac:picMkLst>
        </pc:picChg>
      </pc:sldChg>
      <pc:sldChg chg="addSp delSp modSp add del mod">
        <pc:chgData name="Priyanshu Mukherjee" userId="6d1c2fc30d4ccd5a" providerId="LiveId" clId="{DD74E419-C24B-4181-84AD-0028C8BAEDF5}" dt="2026-05-12T21:22:09.212" v="549" actId="14100"/>
        <pc:sldMkLst>
          <pc:docMk/>
          <pc:sldMk cId="702854285" sldId="285"/>
        </pc:sldMkLst>
        <pc:spChg chg="mod">
          <ac:chgData name="Priyanshu Mukherjee" userId="6d1c2fc30d4ccd5a" providerId="LiveId" clId="{DD74E419-C24B-4181-84AD-0028C8BAEDF5}" dt="2026-05-12T21:21:08.185" v="544" actId="20577"/>
          <ac:spMkLst>
            <pc:docMk/>
            <pc:sldMk cId="702854285" sldId="285"/>
            <ac:spMk id="2" creationId="{474DA5E7-1BEE-40E7-792A-46FFB063EF2D}"/>
          </ac:spMkLst>
        </pc:spChg>
        <pc:picChg chg="del">
          <ac:chgData name="Priyanshu Mukherjee" userId="6d1c2fc30d4ccd5a" providerId="LiveId" clId="{DD74E419-C24B-4181-84AD-0028C8BAEDF5}" dt="2026-05-12T21:19:10.354" v="490" actId="478"/>
          <ac:picMkLst>
            <pc:docMk/>
            <pc:sldMk cId="702854285" sldId="285"/>
            <ac:picMk id="7" creationId="{4FA2A5B1-3800-813F-7C04-90527FC38E87}"/>
          </ac:picMkLst>
        </pc:picChg>
        <pc:picChg chg="add mod">
          <ac:chgData name="Priyanshu Mukherjee" userId="6d1c2fc30d4ccd5a" providerId="LiveId" clId="{DD74E419-C24B-4181-84AD-0028C8BAEDF5}" dt="2026-05-12T21:22:09.212" v="549" actId="14100"/>
          <ac:picMkLst>
            <pc:docMk/>
            <pc:sldMk cId="702854285" sldId="285"/>
            <ac:picMk id="9" creationId="{C665321E-7B46-9AA5-E1F0-CB72F247BB6F}"/>
          </ac:picMkLst>
        </pc:picChg>
      </pc:sldChg>
      <pc:sldChg chg="addSp delSp modSp add mod">
        <pc:chgData name="Priyanshu Mukherjee" userId="6d1c2fc30d4ccd5a" providerId="LiveId" clId="{DD74E419-C24B-4181-84AD-0028C8BAEDF5}" dt="2026-05-12T21:28:08.035" v="593" actId="1076"/>
        <pc:sldMkLst>
          <pc:docMk/>
          <pc:sldMk cId="2404398443" sldId="286"/>
        </pc:sldMkLst>
        <pc:spChg chg="mod">
          <ac:chgData name="Priyanshu Mukherjee" userId="6d1c2fc30d4ccd5a" providerId="LiveId" clId="{DD74E419-C24B-4181-84AD-0028C8BAEDF5}" dt="2026-05-12T21:28:08.035" v="593" actId="1076"/>
          <ac:spMkLst>
            <pc:docMk/>
            <pc:sldMk cId="2404398443" sldId="286"/>
            <ac:spMk id="2" creationId="{0A415881-4D48-07F0-CA28-A5DF75DF59B8}"/>
          </ac:spMkLst>
        </pc:spChg>
        <pc:picChg chg="add mod">
          <ac:chgData name="Priyanshu Mukherjee" userId="6d1c2fc30d4ccd5a" providerId="LiveId" clId="{DD74E419-C24B-4181-84AD-0028C8BAEDF5}" dt="2026-05-12T21:28:04.889" v="592" actId="1076"/>
          <ac:picMkLst>
            <pc:docMk/>
            <pc:sldMk cId="2404398443" sldId="286"/>
            <ac:picMk id="7" creationId="{5E05BBDC-2E30-1F48-21D3-1D7DBE2EED80}"/>
          </ac:picMkLst>
        </pc:picChg>
        <pc:picChg chg="del">
          <ac:chgData name="Priyanshu Mukherjee" userId="6d1c2fc30d4ccd5a" providerId="LiveId" clId="{DD74E419-C24B-4181-84AD-0028C8BAEDF5}" dt="2026-05-12T21:26:40.245" v="560" actId="478"/>
          <ac:picMkLst>
            <pc:docMk/>
            <pc:sldMk cId="2404398443" sldId="286"/>
            <ac:picMk id="9" creationId="{5DF56177-764F-5FF0-3C6D-31B5AEB6127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6:57.0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0 280 24575,'21'2'0,"0"0"0,-1 1 0,37 11 0,21 3 0,76 15 0,-111-21 0,-1-2 0,2-2 0,71 4 0,314 19 0,-397-27 0,121 4 0,-113-7 0,0 1 0,-1 2 0,1 1 0,61 16 0,61 21 0,-86-21 0,135 20 0,-8-3 0,-133-22 0,0-2 0,0-4 0,121 1 0,-112-12 0,160 4 0,-130 8 0,46 1 0,-84-7 0,84 15 0,-8 0 0,164 4 0,-194-14 0,84 2 0,-181-11 0,-6 0 0,-33-5 0,-20-2 0,-265-65 0,118 13 0,-191-67 0,59-10 0,-225-79 0,485 195-341,0-2 0,1-3-1,-57-34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02.2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24575,'37'3'0,"0"1"0,-1 2 0,0 2 0,59 20 0,-65-18 0,-12-4 0,0 0 0,0-2 0,0 1 0,1-2 0,25 1 0,60 6 0,2 0 0,-61-10 0,-1 2 0,86 15 0,160 22 0,-283-39 0,67 3 0,-55-4 0,1 2 0,0 0 0,-1 1 0,1 1 0,22 6 0,29 11 0,2-2 0,0-5 0,97 7 0,240 2 0,264-23 0,-700-1 0,0-2 0,0 0 0,0-2 0,1-1 0,-27-10 0,-26-8 0,35 13 0,0-2 0,1-2 0,-55-28 0,47 21-1365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06.3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24538,'8361'551'0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15.2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1229 1 24380,'-1228'21'0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20.3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24575,'743'0'0,"-605"11"0,5 0 0,-118-9 0,1 0 0,0 2 0,34 9 0,-33-6 0,0-2 0,50 5 0,-33-10-1365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25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 3560 24575,'-1'-4'0,"0"1"0,0-1 0,0 0 0,-1 1 0,1-1 0,-1 1 0,0-1 0,-4-4 0,-4-9 0,6 6 0,0 0 0,1-1 0,1 1 0,0-1 0,-1-19 0,-2-8 0,-13-118 0,2-247 0,14 364 0,-10-56 0,3 30 0,-11-284 0,19 323 0,-8-48 0,-1-9 0,8 34 0,-10-54 0,5 38 0,2 0 0,7-100 0,0 47 0,-2-564 0,-2 660 0,0 0 0,-2-1 0,-1 1 0,-14-40 0,9 30 0,-7-41 0,11 26 0,3-73 0,-1-2 0,-9-148-1365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28.2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2049 24575,'2'-29'0,"1"0"0,1 0 0,9-30 0,-6 26 0,7-61 0,-13-120 0,-3 104 0,-9-23 0,0-9 0,12-1035-1365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34.6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24462,'338'3196'0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8:27:36.8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24575,'4'0'0,"8"0"0,9 0 0,5 0 0,2 0 0,-1 0 0,-1 0 0,-1 0 0,-2 0 0,-1 0 0,0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5:04.1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257 0 24575,'-9'0'0,"0"1"0,0 0 0,0 0 0,0 1 0,0 0 0,0 0 0,1 1 0,-1 0 0,1 1 0,0-1 0,0 2 0,0-1 0,1 1 0,-1 1 0,1-1 0,0 1 0,1 0 0,-1 1 0,1-1 0,-7 12 0,8-12 0,0 0 0,1 0 0,0 0 0,0 1 0,1-1 0,-6 15 0,9-20 0,0 1 0,-1-1 0,1 0 0,0 1 0,0-1 0,0 1 0,0-1 0,0 0 0,0 1 0,0-1 0,1 1 0,-1-1 0,0 0 0,1 1 0,-1-1 0,1 0 0,1 2 0,-1-1 0,0-1 0,1 1 0,-1-1 0,1 0 0,-1 0 0,1 0 0,0 1 0,-1-2 0,1 1 0,0 0 0,0 0 0,0 0 0,0-1 0,-1 1 0,1-1 0,3 0 0,9 2 0,0-1 0,-1 0 0,22-2 0,-58-1 0,8 1 0,0 0 0,0 0 0,0 2 0,-19 2 0,32-3 0,0 0 0,1 0 0,-1 1 0,0-1 0,0 0 0,0 1 0,0 0 0,0-1 0,1 1 0,-1 0 0,0 0 0,1 0 0,-1 0 0,0 0 0,1 0 0,-1 1 0,1-1 0,0 0 0,-1 1 0,1-1 0,0 1 0,0-1 0,0 1 0,0 0 0,0 0 0,0-1 0,1 1 0,-1 0 0,0 0 0,1 0 0,0 0 0,-1 0 0,1-1 0,0 1 0,0 0 0,0 0 0,0 0 0,0 0 0,1 0 0,-1 0 0,1 3 0,1-1 0,0-1 0,-1 1 0,1-1 0,0 1 0,1-1 0,-1 0 0,0 0 0,1 0 0,0 0 0,0 0 0,0-1 0,0 1 0,0-1 0,0 0 0,1 0 0,-1 0 0,1 0 0,-1-1 0,1 1 0,0-1 0,6 1 0,3 2 0,0-1 0,0-1 0,1-1 0,-1 0 0,15 0 0,-24-1 0,1 0 0,0-1 0,-1 1 0,1-1 0,0 0 0,-1 0 0,1 0 0,-1-1 0,1 1 0,-1-1 0,0 0 0,0 0 0,0-1 0,0 1 0,7-7 0,-8 6 0,-1 0 0,0-1 0,0 1 0,0-1 0,0 0 0,-1 1 0,1-1 0,-1 0 0,0 0 0,0 0 0,0 0 0,-1 0 0,1 0 0,-1 0 0,0 0 0,0 0 0,0-1 0,-2-5 0,1 6 0,1 1 0,-1-1 0,-1 0 0,1 0 0,0 0 0,-1 1 0,0-1 0,0 0 0,0 1 0,0 0 0,0-1 0,-1 1 0,0 0 0,1 0 0,-1 1 0,0-1 0,-1 0 0,1 1 0,0 0 0,-1 0 0,1 0 0,-1 0 0,0 0 0,-5-1 0,-1 0 0,0 0 0,-1 1 0,1 0 0,-1 0 0,0 1 0,1 1 0,-1 0 0,-12 1 0,20 0 0,-1-1 0,0 1 0,1 0 0,-1 0 0,0 1 0,1-1 0,-1 1 0,1-1 0,0 1 0,0 0 0,-1 1 0,1-1 0,1 0 0,-1 1 0,0 0 0,0-1 0,1 1 0,0 0 0,0 0 0,-1 1 0,2-1 0,-1 0 0,0 1 0,1-1 0,-1 1 0,1-1 0,-1 8 0,1-8 0,1 0 0,-1 0 0,1 1 0,0-1 0,0 0 0,0 1 0,1-1 0,-1 0 0,1 0 0,-1 1 0,1-1 0,0 0 0,1 0 0,-1 0 0,0 0 0,1 0 0,0 0 0,-1 0 0,1-1 0,0 1 0,0-1 0,1 1 0,-1-1 0,1 0 0,-1 0 0,1 0 0,0 0 0,-1 0 0,1 0 0,0-1 0,5 2 0,-2 0 0,1 0 0,-1-1 0,1 0 0,0-1 0,0 0 0,-1 0 0,1 0 0,0-1 0,0 1 0,0-2 0,0 1 0,0-1 0,0 0 0,0-1 0,-1 1 0,1-1 0,-1-1 0,1 1 0,-1-1 0,0 0 0,0-1 0,0 1 0,0-1 0,0 0 0,7-9 0,-1 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5:21.3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737 531 24575,'288'0'0,"-1029"0"0,806-4 0,88-15 0,-33 2 0,-108 16 0,-6 1 0,0 0 0,0 0 0,0-1 0,0 0 0,-1 0 0,1 0 0,0-1 0,-1 0 0,1 0 0,-1-1 0,1 1 0,6-5 0,-13 6 0,1 0 0,0 1 0,0-1 0,0 1 0,-1-1 0,1 1 0,0-1 0,-1 1 0,1-1 0,-1 1 0,1-1 0,0 1 0,-1-1 0,1 1 0,-1 0 0,1-1 0,-1 1 0,1 0 0,-1 0 0,1-1 0,-1 1 0,1 0 0,-1 0 0,1 0 0,-1-1 0,0 1 0,1 0 0,-1 0 0,1 0 0,-1 0 0,0 0 0,1 0 0,-1 0 0,1 1 0,-2-1 0,-25-3 0,-392 1 0,307 4 0,176-3 0,1-2 0,-1-3 0,0-3 0,122-34 0,-183 42 0,-1 1 0,0-1 0,0 0 0,0 1 0,0-1 0,0 0 0,0 0 0,0 0 0,-1 0 0,1-1 0,0 1 0,-1-1 0,1 1 0,0-1 0,1-2 0,-3 4 0,0-1 0,0 0 0,0 1 0,0-1 0,0 0 0,0 1 0,0-1 0,0 0 0,0 0 0,-1 1 0,1-1 0,0 0 0,0 1 0,0-1 0,-1 0 0,1 1 0,-1-1 0,1 1 0,0-1 0,-1 1 0,1-1 0,-1 1 0,1-1 0,-1 1 0,1-1 0,-1 1 0,1-1 0,-1 1 0,-1-1 0,-64-27 0,57 25 0,-142-35 0,-10-3 0,151 35 0,0 0 0,0-1 0,1 0 0,0-1 0,0 0 0,1 0 0,0-1 0,-14-20 0,5 8 0,-4 2 0,-16-17 0,36 35 0,0 0 0,-1 0 0,1-1 0,0 1 0,0-1 0,0 1 0,0 0 0,1-1 0,-1 0 0,0 1 0,1-1 0,-1 1 0,1-1 0,-1 0 0,1 0 0,0 1 0,0-1 0,0 0 0,0 0 0,0 1 0,0-3 0,0 3 0,0 0 0,0 1 0,1-1 0,-1 0 0,0 0 0,1 1 0,-1-1 0,0 0 0,1 1 0,-1-1 0,0 1 0,1-1 0,-1 1 0,1-1 0,0 0 0,-1 1 0,1 0 0,-1-1 0,1 1 0,-1-1 0,1 1 0,0 0 0,-1-1 0,1 1 0,0 0 0,0 0 0,-1 0 0,1-1 0,0 1 0,-1 0 0,3 0 0,20 14 0,12 31 0,-27-25 0,-2 1 0,0-1 0,-1 1 0,0 0 0,2 43 0,-6 112 0,-3-94 0,0-64 0,-2-32 0,-1-33 0,7-6 0,0 36 0,-1 0 0,-1 0 0,-1-1 0,-4-29 0,5 46 0,0 0 0,0 1 0,-1-1 0,1 0 0,0 1 0,0-1 0,0 0 0,0 1 0,0-1 0,-1 0 0,1 1 0,0-1 0,-1 1 0,1-1 0,0 1 0,-1-1 0,1 0 0,-1 1 0,1-1 0,-1 1 0,1 0 0,-1-1 0,1 1 0,-1-1 0,1 1 0,-1 0 0,1 0 0,-1-1 0,0 1 0,1 0 0,-2 0 0,-13 14 0,-13 42 0,23-47 0,-29 80 0,31-83 0,-2 3 0,0 0 0,0 0 0,1 1 0,1 0 0,-1 0 0,1 0 0,1 0 0,-2 15 0,5-24 0,0 0 0,0 0 0,0 0 0,0-1 0,0 1 0,1 0 0,-1-1 0,0 1 0,1-1 0,-1 1 0,0-1 0,1 0 0,-1 1 0,0-1 0,1 0 0,-1 0 0,1 0 0,-1 0 0,0 0 0,1-1 0,-1 1 0,0 0 0,1-1 0,-1 1 0,0-1 0,3-1 0,39-12 0,-35 10 0,0 0 0,0 0 0,-1-1 0,0 0 0,0-1 0,0 0 0,0 0 0,-1 0 0,0-1 0,-1 0 0,8-11 0,3-8 0,-2-1 0,12-31 0,2-2 0,-24 52 0,1 1 0,0-1 0,1 1 0,0 1 0,0-1 0,0 1 0,1 0 0,-1 0 0,2 1 0,9-6 0,89-42 0,-33 18 0,-35 25 0,-34 10 0,-1 0 0,0 0 0,0 0 0,0-1 0,0 0 0,0 1 0,0-1 0,0-1 0,0 1 0,0 0 0,0-1 0,0 1 0,-1-1 0,1 0 0,3-3 0,-11 2 0,-1 0 0,1 0 0,-1 0 0,0 1 0,1 0 0,-1 1 0,0-1 0,-8 0 0,-63-6 0,70 7 0,1 1 0,-1 0 0,0 0 0,1 1 0,-1 0 0,1 0 0,-1 1 0,1-1 0,-10 5 0,16-6 0,-1 0 0,1 1 0,-1-1 0,1 0 0,-1 0 0,1 1 0,-1-1 0,1 0 0,-1 1 0,1-1 0,0 1 0,-1-1 0,1 0 0,-1 1 0,1-1 0,0 1 0,-1-1 0,1 1 0,0-1 0,0 1 0,-1-1 0,1 1 0,0 0 0,0-1 0,0 1 0,0-1 0,0 1 0,0 0 0,0-1 0,0 1 0,0-1 0,0 1 0,0 0 0,0-1 0,0 1 0,0-1 0,1 2 0,20 15 0,33 3 0,-23-17 0,1-1 0,46-4 0,44 2 0,-122 0 0,1 0 0,-1 0 0,1 0 0,-1 0 0,1 0 0,0 0 0,-1 0 0,1 0 0,-1 0 0,1 0 0,-1 0 0,1 1 0,0-1 0,-1 0 0,1 0 0,-1 1 0,1-1 0,-1 0 0,0 1 0,1-1 0,-1 1 0,1-1 0,-1 0 0,1 1 0,-1-1 0,0 1 0,1-1 0,-1 1 0,0-1 0,0 1 0,1-1 0,-1 1 0,0 0 0,0-1 0,0 1 0,0-1 0,0 1 0,0 1 0,-13 24 0,-32 17 0,-4-13 0,48-29 0,-1 0 0,0 0 0,1 0 0,-1 0 0,0 0 0,1 0 0,-1-1 0,0 1 0,0-1 0,1 1 0,-1-1 0,0 0 0,0 0 0,0 0 0,0 0 0,1 0 0,-1 0 0,0 0 0,0 0 0,0-1 0,1 1 0,-1-1 0,0 0 0,0 1 0,1-1 0,-1 0 0,-2-2 0,3 1 0,1 0 0,0 0 0,-1 0 0,1 0 0,0 0 0,0 0 0,0 0 0,0-1 0,0 1 0,1 0 0,-1 0 0,1 0 0,-1 0 0,1 0 0,0 0 0,-1 0 0,1 0 0,0 0 0,0 1 0,0-1 0,1 0 0,-1 1 0,0-1 0,1 0 0,-1 1 0,4-3 0,41-38 0,-37 34 0,1 1 0,0 0 0,1 1 0,0 1 0,0-1 0,0 2 0,0 0 0,0 0 0,1 1 0,0 0 0,0 1 0,0 1 0,0 0 0,17 0 0,48 0 0,56 3 0,-131-2 0,-1 1 0,0-1 0,0 0 0,1 1 0,-1 0 0,0-1 0,0 1 0,0 0 0,0-1 0,0 1 0,0 0 0,0 0 0,0 0 0,0 0 0,0 0 0,-1 0 0,1 0 0,0 0 0,-1 0 0,1 1 0,-1-1 0,1 0 0,-1 0 0,1 1 0,-1-1 0,0 0 0,0 1 0,1-1 0,-1 0 0,0 1 0,0-1 0,0 0 0,-1 1 0,1-1 0,0 0 0,0 1 0,-1-1 0,1 0 0,-2 3 0,2-4 0,0 1 0,0 0 0,-1 0 0,1 0 0,0-1 0,-1 1 0,1 0 0,-1 0 0,1-1 0,-1 1 0,1-1 0,-1 1 0,1 0 0,-1-1 0,0 1 0,1-1 0,-1 1 0,0-1 0,0 0 0,1 1 0,-1-1 0,0 0 0,0 1 0,0-1 0,-1 0 0,1 0 0,-1 0 0,1-1 0,-1 1 0,0-1 0,1 0 0,0 1 0,-1-1 0,1 0 0,-1 0 0,1 0 0,0 0 0,-1 0 0,1 0 0,0-1 0,0 1 0,0 0 0,0 0 0,0-1 0,-1-2 0,-7-11 0,-1 1 0,-1 0 0,0 1 0,0 0 0,-2 1 0,1 0 0,-1 1 0,-27-16 0,27 23 0,0 1 0,-1 1 0,0 1 0,0 0 0,1 0 0,-1 1 0,-24 4 0,-14-1 0,22 0 0,0 1 0,0 2 0,1 0 0,0 2 0,0 2 0,-45 21 0,74-31 0,-1 0 0,1 1 0,0-1 0,0 0 0,-1 0 0,1 1 0,0-1 0,0 0 0,0 1 0,-1-1 0,1 0 0,0 1 0,0-1 0,0 0 0,0 1 0,0-1 0,-1 1 0,1-1 0,0 0 0,0 1 0,0-1 0,0 1 0,0-1 0,0 0 0,0 1 0,0-1 0,1 0 0,-1 1 0,0-1 0,0 1 0,0-1 0,0 0 0,0 1 0,1-1 0,-1 0 0,0 1 0,0-1 0,1 0 0,-1 0 0,0 1 0,0-1 0,1 0 0,-1 0 0,0 1 0,1-1 0,-1 0 0,0 0 0,1 0 0,-1 1 0,0-1 0,1 0 0,-1 0 0,0 0 0,1 0 0,-1 0 0,0 0 0,2 0 0,21 13 0,-5-6 0,10 4 0,-1 0 0,0 3 0,0 0 0,34 26 0,-58-39 0,0 1 0,1 0 0,-1 0 0,-1 1 0,1-1 0,0 0 0,0 1 0,-1 0 0,0 0 0,1 0 0,-1 0 0,0 0 0,0 0 0,-1 0 0,1 1 0,-1-1 0,1 1 0,-1-1 0,0 1 0,-1 0 0,1-1 0,0 1 0,-1 0 0,0 0 0,0-1 0,-1 8 0,1-9 0,0-1 0,0 0 0,0 1 0,1-1 0,-1 0 0,0 1 0,0-1 0,1 0 0,-1 1 0,1-1 0,-1 0 0,1 0 0,0 0 0,-1 1 0,1-1 0,0 0 0,0 0 0,0 0 0,0 0 0,0 0 0,0 0 0,0-1 0,0 1 0,0 0 0,0 0 0,0-1 0,0 1 0,1-1 0,-1 1 0,0-1 0,0 1 0,1-1 0,-1 0 0,0 0 0,0 0 0,1 0 0,1 0 0,63-6 0,-29 1 0,25 3 0,-30 0 0,1 1 0,-1 2 0,64 10 0,-105-10 0,-50 12 0,56-13 0,0 1 0,0-1 0,0 1 0,0 0 0,0 0 0,0 1 0,1-1 0,-1 0 0,0 1 0,1 0 0,-1 0 0,1 0 0,0 0 0,-1 0 0,1 0 0,-2 3 0,4-3 0,0 0 0,0-1 0,0 1 0,1 0 0,-1 0 0,0-1 0,1 1 0,-1 0 0,1 0 0,0-1 0,-1 1 0,1-1 0,0 1 0,0-1 0,0 1 0,0-1 0,0 1 0,0-1 0,2 2 0,32 32 0,-20-20 0,0 1 0,-10-12 0,0 0 0,0 1 0,-1-1 0,1 1 0,-1 0 0,0 0 0,-1 0 0,1 1 0,-1 0 0,0-1 0,4 13 0,-8-16 0,0 0 0,0 0 0,0 0 0,-1 0 0,1 0 0,-1 0 0,1 0 0,-1 0 0,0-1 0,0 1 0,1-1 0,-1 1 0,0-1 0,0 0 0,-1 0 0,1 0 0,-2 1 0,-49 19 0,36-15 0,-116 46 0,-160 72 0,254-104 0,2 2 0,0 2 0,2 1 0,0 1 0,-43 45 0,72-65 0,-27 27 0,-56 74 0,82-96 0,0 0 0,0 0 0,1 1 0,0 0 0,1 0 0,0 0 0,1 0 0,1 1 0,-1 0 0,2 0 0,0 0 0,0 15 0,2-26 0,0-1 0,1 1 0,0 0 0,-1 0 0,1-1 0,0 1 0,0 0 0,0-1 0,0 1 0,0-1 0,0 1 0,0-1 0,0 1 0,1-1 0,-1 0 0,1 0 0,-1 0 0,1 0 0,-1 0 0,1 0 0,-1 0 0,1 0 0,0-1 0,0 1 0,-1-1 0,1 1 0,0-1 0,0 0 0,-1 1 0,1-1 0,0 0 0,0 0 0,2-1 0,71-2 0,-67 2 0,7-1 0,1-2 0,0 1 0,-1-2 0,0 0 0,0-1 0,-1-1 0,1 0 0,-1-1 0,-1-1 0,1 0 0,-2-1 0,1 0 0,-1-1 0,-1-1 0,0 1 0,19-27 0,-30 37 0,0 1 0,0 0 0,0-1 0,0 1 0,0 0 0,0-1 0,0 1 0,0 0 0,0-1 0,0 1 0,0-1 0,0 1 0,0 0 0,0-1 0,0 1 0,0 0 0,-1 0 0,1-1 0,0 1 0,0 0 0,0-1 0,0 1 0,-1 0 0,1 0 0,0-1 0,0 1 0,-1 0 0,1 0 0,0-1 0,0 1 0,-1 0 0,1 0 0,0 0 0,-1 0 0,1-1 0,0 1 0,-1 0 0,1 0 0,0 0 0,-1 0 0,1 0 0,0 0 0,-1 0 0,1 0 0,0 0 0,-1 0 0,-27 0 0,6 11 0,22-10 0,0 0 0,0 0 0,-1-1 0,1 1 0,0 0 0,0 0 0,0 0 0,0 0 0,0 0 0,1-1 0,-1 1 0,0 0 0,0 0 0,0 0 0,1 0 0,-1-1 0,1 1 0,-1 0 0,0 0 0,1-1 0,-1 1 0,1 0 0,-1-1 0,1 1 0,0-1 0,-1 1 0,1 0 0,0-1 0,-1 1 0,1-1 0,1 1 0,0 0 0,0 1 0,0 0 0,0 0 0,0-1 0,0 1 0,0 1 0,0-1 0,-1 0 0,1 0 0,-1 1 0,1-1 0,-1 1 0,0-1 0,0 1 0,0-1 0,0 1 0,0 3 0,-1-1 0,-1-1 0,0 1 0,0-1 0,0 1 0,-1-1 0,0 0 0,1 0 0,-1 0 0,-1 0 0,-3 6 0,-34 46 0,-2-3 0,-2-1 0,-101 91 0,273-246 0,302-227 0,-430 330 0,0 0 0,0 0 0,0 0 0,-1 0 0,1 0 0,0 0 0,0 0 0,0 0 0,0 0 0,0 0 0,0 0 0,0 0 0,-1-1 0,1 1 0,0 0 0,0 0 0,0 0 0,0 0 0,0 0 0,0 0 0,0 0 0,0-1 0,0 1 0,0 0 0,0 0 0,0 0 0,0 0 0,0 0 0,0 0 0,0-1 0,0 1 0,0 0 0,0 0 0,0 0 0,0 0 0,0 0 0,0 0 0,0-1 0,0 1 0,0 0 0,0 0 0,0 0 0,0 0 0,0 0 0,0 0 0,0-1 0,0 1 0,0 0 0,0 0 0,1 0 0,-1 0 0,0 0 0,0 0 0,0 0 0,0 0 0,0 0 0,0 0 0,0 0 0,1-1 0,-1 1 0,0 0 0,0 0 0,0 0 0,0 0 0,0 0 0,0 0 0,1 0 0,-1 0 0,-17-1 0,-22 6 0,11 4 0,1 0 0,1 2 0,0 1 0,0 1 0,1 1 0,1 2 0,0 0 0,2 1 0,-1 2 0,-20 23 0,-20 24 0,-100 139 0,160-201 0,0 0 0,0 0 0,0 0 0,1 0 0,0 0 0,0 1 0,0-1 0,-2 8 0,4-12 0,0 1 0,0-1 0,0 0 0,0 1 0,0-1 0,0 1 0,0-1 0,0 0 0,0 1 0,0-1 0,0 0 0,1 1 0,-1-1 0,0 0 0,0 1 0,0-1 0,0 0 0,1 0 0,-1 1 0,0-1 0,0 0 0,1 0 0,-1 1 0,0-1 0,0 0 0,1 0 0,-1 0 0,0 1 0,1-1 0,-1 0 0,0 0 0,1 0 0,-1 0 0,0 0 0,1 0 0,-1 0 0,0 1 0,1-1 0,30-8 0,13-16 0,0-2 0,-2-1 0,-1-3 0,67-62 0,-31 26 0,337-264 0,-416 332 0,-149 137 0,13 23 0,70-77 0,-3-4 0,-159 139 0,224-211 0,17-7 0,21-10 0,21-22 0,-3-3 0,0-3 0,67-61 0,-37 29 0,385-300 0,-506 407 0,-59 72 0,6-6 0,51-61 0,-177 175 0,171-174 0,-2-3 0,-94 58 0,124-85 0,29-15 0,40-19 0,295-167 0,-168 86 0,-291 198 0,-191 110 0,255-176 0,52-31 0,-1 0 0,0 0 0,1-1 0,-1 1 0,0 0 0,0-1 0,1 1 0,-1-1 0,0 1 0,0-1 0,0 1 0,0-1 0,0 1 0,0-1 0,1 0 0,-1 0 0,0 0 0,0 1 0,0-1 0,0 0 0,0 0 0,0 0 0,0 0 0,0-1 0,0 1 0,0 0 0,0 0 0,0-1 0,0 1 0,0 0 0,0-1 0,0 1 0,1-1 0,-1 1 0,0-1 0,-1-1 0,-4-42 0,4-11 0,0 2 0,7-86 0,-3 130 0,0 1 0,0 0 0,1 0 0,0 0 0,1 0 0,0 0 0,0 1 0,9-13 0,50-59 0,-35 47 0,-5 3 0,3-4 0,1 1 0,1 1 0,35-29 0,-54 53 0,0 0 0,0 0 0,1 1 0,-1 0 0,1 1 0,1 0 0,-1 1 0,1 0 0,-1 1 0,1 0 0,0 1 0,0 0 0,1 0 0,-1 1 0,0 1 0,15 1 0,-25-1 0,0 1 0,0-1 0,0 0 0,0 1 0,0-1 0,0 1 0,0-1 0,0 1 0,-1 0 0,1-1 0,0 1 0,0 0 0,0 0 0,-1 0 0,1-1 0,0 1 0,-1 0 0,1 0 0,-1 0 0,1 0 0,-1 0 0,1 0 0,-1 0 0,0 0 0,0 0 0,1 0 0,-1 1 0,0-1 0,0 0 0,0 0 0,0 0 0,0 0 0,0 0 0,0 0 0,-1 0 0,1 0 0,-1 2 0,-13 53 0,8-36 0,-5 30 0,-52 213 0,48-226-1365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5:29.7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3100 348 24575,'-395'31'0,"-13"-1"0,40-8 0,200-19 0,-156-7 0,321 3 0,1 0 0,-1 0 0,0-1 0,1 1 0,-1-1 0,0 0 0,1 1 0,0-1 0,-1 0 0,1-1 0,0 1 0,0 0 0,0 0 0,1-1 0,-1 0 0,0 1 0,1-1 0,0 0 0,0 1 0,-1-1 0,2 0 0,-1 0 0,0 0 0,1 0 0,-1 0 0,1 0 0,0 0 0,0 0 0,0-6 0,4-119 0,-1 85 0,-3 43 0,1-20 0,-1 1 0,-1-1 0,-1 1 0,0 0 0,-9-32 0,10 49 0,1 0 0,-1 0 0,0 0 0,0 1 0,0-1 0,0 0 0,0 0 0,0 1 0,0-1 0,-1 1 0,1-1 0,-1 1 0,1-1 0,-1 1 0,1 0 0,-1 0 0,0 0 0,1 0 0,-1 0 0,0 0 0,0 0 0,0 1 0,0-1 0,-3 0 0,1 2 0,-1-1 0,0 1 0,0 0 0,1 0 0,-1 1 0,0 0 0,1-1 0,-1 2 0,1-1 0,0 0 0,0 1 0,0 0 0,0 0 0,0 0 0,-3 4 0,1-2 0,0 0 0,0 0 0,0 1 0,1 0 0,0 0 0,1 1 0,-1-1 0,1 1 0,0 0 0,1 0 0,-1 0 0,2 0 0,-1 1 0,1-1 0,0 1 0,0 0 0,1-1 0,0 1 0,1 0 0,0 15 0,4 3 0,1 1 0,1-2 0,1 1 0,20 47 0,-16-47 0,-1 1 0,-2 0 0,0 0 0,3 30 0,9 30 0,0 21 0,-18 9 0,-6 144 0,-6-258 0,0-1 0,0 0 0,-1 0 0,1-1 0,-1 0 0,1-1 0,0-1 0,-1 1 0,1-2 0,-17-3 0,-40 1 0,1037 1 0,-468 6 0,-453-7 0,0-2 0,0-2 0,0-3 0,47-16 0,52-12 0,-129 36 0,-7 1 0,1 0 0,-1-1 0,0 0 0,0 0 0,0-2 0,0 1 0,0-2 0,10-6 0,-18 8 0,0 0 0,0-1 0,0 0 0,-1 0 0,0 1 0,0-2 0,0 1 0,-1 0 0,0-1 0,0 1 0,0-1 0,0 1 0,-1-1 0,0 0 0,0 0 0,-1 0 0,0 0 0,0 1 0,0-1 0,-1-6 0,2-69 0,0 36 0,-2 1 0,-8-63 0,7 93 0,-1 1 0,-1-1 0,0 1 0,-1 0 0,0 0 0,-1 0 0,0 1 0,-1 0 0,0 0 0,-1 1 0,-18-21 0,-22-21 0,43 45 0,-1 0 0,0 0 0,0 1 0,-1 0 0,0 0 0,0 0 0,0 1 0,-1 0 0,0 1 0,0 0 0,-1 0 0,1 0 0,-1 1 0,0 1 0,0-1 0,0 2 0,-1-1 0,1 1 0,-1 0 0,1 1 0,-1 0 0,-11 1 0,6 0 0,0 0 0,0 1 0,0 0 0,0 2 0,0 0 0,0 0 0,1 1 0,-24 10 0,33-11 0,0 0 0,1 0 0,-1 0 0,1 0 0,0 1 0,0 0 0,0 0 0,1 0 0,-1 0 0,1 0 0,0 1 0,0-1 0,0 1 0,1 0 0,0 0 0,0 0 0,0 0 0,1 0 0,-1 1 0,1-1 0,0 0 0,1 1 0,-1-1 0,1 1 0,0-1 0,1 1 0,1 8 0,-2-12 0,0 0 0,0 0 0,1 0 0,-1-1 0,1 1 0,0 0 0,-1 0 0,1 0 0,0 0 0,0-1 0,0 1 0,0 0 0,0-1 0,1 1 0,-1-1 0,0 1 0,1-1 0,-1 0 0,1 0 0,0 0 0,-1 1 0,1-1 0,0-1 0,0 1 0,-1 0 0,4 1 0,64 0 0,59-36 0,-89 18 0,-1-2 0,0-1 0,48-33 0,-70 41 0,0 0 0,-1-2 0,0 0 0,-1 0 0,0-1 0,-2-1 0,1 0 0,-2-1 0,15-26 0,-25 41 0,-1 1 0,0 0 0,1-1 0,-1 1 0,0-1 0,0 1 0,1-1 0,-1 0 0,0 1 0,0-1 0,0 1 0,0-1 0,0 1 0,0-1 0,0 1 0,0-1 0,0 0 0,0 1 0,0-1 0,0 1 0,0-1 0,0 1 0,0-1 0,-1 1 0,1-1 0,0 1 0,0-1 0,-1 1 0,1-1 0,0 1 0,-1-1 0,1 1 0,0-1 0,-1 1 0,1 0 0,-1-1 0,1 1 0,-1 0 0,1-1 0,-1 1 0,0-1 0,-32-1 0,-35 16 0,0 13 0,0 3 0,2 2 0,1 3 0,2 3 0,2 3 0,1 3 0,3 2 0,-66 67 0,113-100 0,1 1 0,0-1 0,1 2 0,0-1 0,2 1 0,0 0 0,0 0 0,1 1 0,1 0 0,-4 30 0,7-39 0,1 0 0,-1 0 0,1 0 0,0 0 0,1 0 0,0 0 0,0 0 0,1 0 0,-1 0 0,1 0 0,1-1 0,3 9 0,-4-12 0,1 0 0,-1 1 0,1-1 0,0 0 0,-1-1 0,1 1 0,1 0 0,-1-1 0,0 0 0,1 0 0,-1 0 0,1 0 0,-1 0 0,1-1 0,0 1 0,0-1 0,0 0 0,-1-1 0,1 1 0,0 0 0,0-1 0,8 0 0,3-2 0,0-1 0,0 0 0,-1-1 0,1-1 0,-1 0 0,0 0 0,0-2 0,-1 0 0,0 0 0,0-2 0,0 1 0,-1-1 0,-1-1 0,13-13 0,22-22 0,77-97 0,-95 87 0,-28 42 0,-23 36 0,-13 25 0,3 2 0,2 1 0,2 1 0,-38 95 0,-64 235 0,126-335 0,35-74 0,39-77 0,11-37 0,-7-4 0,-6-2 0,91-299 0,-155 436 0,0 1 0,-1-1 0,0 1 0,-1-1 0,0 0 0,-1 0 0,1 0 0,-2 1 0,0-1 0,0 0 0,-1 1 0,-4-18 0,2 20 0,0 1 0,0 0 0,-1 0 0,1 0 0,-1 1 0,-1 0 0,1 0 0,-1 0 0,0 0 0,0 1 0,0 0 0,0 1 0,-1-1 0,1 1 0,-1 0 0,0 1 0,-14-4 0,-61-14 0,-2 4 0,0 3 0,-1 4 0,0 4 0,-104 6 0,57-1 0,-291 3 0,0 19 0,-789 143 0,1055-127-1365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8:07.9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666 513 24575,'16'0'0,"0"-1"0,-1-1 0,1-1 0,0 0 0,-1-1 0,26-10 0,-7-1 0,56-34 0,-89 48 0,0 1 0,0-1 0,0 1 0,0-1 0,0 1 0,-1-1 0,1 0 0,0 1 0,0-1 0,0 0 0,0 0 0,-1 0 0,1 0 0,0 1 0,-1-1 0,1 0 0,-1 0 0,1 0 0,-1 0 0,0 0 0,1-1 0,-1 1 0,0 0 0,0 0 0,1-1 0,-2 0 0,1 1 0,-1 0 0,0-1 0,1 1 0,-1 0 0,0 0 0,0-1 0,0 1 0,0 0 0,0 0 0,0 0 0,0 0 0,0 0 0,0 0 0,0 1 0,-2-2 0,-9-5 0,0 2 0,0 0 0,-18-5 0,24 7 0,-15-3 0,0 1 0,0 1 0,0 1 0,-26-1 0,-89 5 0,52 1 0,52-2 0,1-2 0,-43-7 0,53 6 0,-40 0 0,41 3 0,-1-1 0,-21-4 0,4 0 0,30 5 0,1 0 0,0-1 0,0-1 0,-1 1 0,1-1 0,0 0 0,0-1 0,-8-3 0,-14-8 0,23 12 0,1-1 0,-1 0 0,1 0 0,-1 0 0,-6-6 0,10 7 0,0 0 0,0 0 0,1 0 0,-1 0 0,1 0 0,0 0 0,-1 0 0,1-1 0,0 1 0,0-1 0,1 1 0,-1-1 0,0 1 0,1-1 0,0 1 0,-1-1 0,1-3 0,0-1 0,0 0 0,0 0 0,0 0 0,1 0 0,1 0 0,-1 0 0,1 0 0,0 0 0,0 0 0,1 0 0,0 1 0,0-1 0,7-8 0,5-16 0,7-9 0,-20 38 0,-1 0 0,1 1 0,0-1 0,-1 0 0,1 1 0,0-1 0,0 1 0,0 0 0,0 0 0,0-1 0,1 1 0,-1 1 0,0-1 0,0 0 0,1 0 0,3 0 0,38-2 0,-1 2 0,67 6 0,-93 0-1365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8:16.7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8:20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264 57 24575,'-11'169'0,"10"-153"0,0 4 0,2-11 0,-2 0 0,1 0 0,-1 0 0,-4 15 0,5-23 0,0 0 0,-1 0 0,1 0 0,0 0 0,-1 0 0,1 0 0,-1 0 0,1 0 0,-1 0 0,0-1 0,1 1 0,-1 0 0,0 0 0,0-1 0,0 1 0,1-1 0,-1 1 0,0 0 0,-1 0 0,0-1 0,1 0 0,-1 0 0,1 0 0,0 0 0,-1 0 0,1 0 0,-1 0 0,1-1 0,0 1 0,-1-1 0,1 1 0,0-1 0,-1 1 0,1-1 0,0 1 0,0-1 0,-1 0 0,0-1 0,-12-9 0,1 0 0,0-1 0,1 0 0,-18-24 0,-31-71 0,4 30 0,56 77 0,1-1 0,-1 0 0,1 0 0,-1 0 0,1 1 0,0-1 0,-1 0 0,1 0 0,0 0 0,0 0 0,-1 0 0,1 0 0,0 0 0,0 0 0,0 0 0,0 1 0,0-1 0,0 0 0,0 0 0,1 0 0,-1 0 0,0 0 0,0 0 0,1 0 0,-1 0 0,1 1 0,0-2 0,0 1 0,1-1 0,-1 1 0,1 0 0,-1 0 0,1 0 0,-1 0 0,1 0 0,0 1 0,-1-1 0,1 1 0,0-1 0,0 1 0,2-1 0,10-1 0,1 1 0,0 1 0,14 1 0,-15 0 0,35-3 0,66-10 0,-32 1 0,-49 9 0,-32 2 0,-22 1 0,4-2 0,0 1 0,0 1 0,0 1 0,0 0 0,1 1 0,-1 1 0,-28 10 0,26-7 0,13-5 0,0-1 0,1 1 0,-1 0 0,1 0 0,-1 1 0,1-1 0,0 1 0,-1 0 0,1 0 0,-4 6 0,8-9 0,0 1 0,0-1 0,1 1 0,-1-1 0,0 1 0,1-1 0,-1 0 0,0 1 0,1-1 0,-1 1 0,1-1 0,-1 0 0,1 1 0,-1-1 0,1 0 0,-1 0 0,1 1 0,-1-1 0,1 0 0,-1 0 0,1 0 0,0 1 0,-1-1 0,1 0 0,-1 0 0,1 0 0,-1 0 0,1 0 0,0 0 0,-1 0 0,1-1 0,-1 1 0,2 0 0,23 1 0,-24-1 0,63-3 0,109-18 0,-132 15 0,-64 8 0,1-1 0,-34-3 0,38 1 0,1 0 0,-1 1 0,1 0 0,0 2 0,-1 0 0,-32 9 0,48-11 0,0 1 0,-1-1 0,1 1 0,0 0 0,0 0 0,1 0 0,-1 0 0,0 0 0,0 0 0,0 0 0,-1 3 0,3-4 0,0 0 0,1 1 0,-1-1 0,1 1 0,-1-1 0,1 0 0,-1 1 0,1-1 0,-1 0 0,1 0 0,0 0 0,-1 1 0,1-1 0,-1 0 0,1 0 0,-1 0 0,1 0 0,0 0 0,-1 0 0,1 0 0,0 0 0,-1 0 0,1 0 0,0 0 0,59-4 0,-16-2 0,-2-1 0,56-17 0,-140 46 0,1 2 0,-46 35 0,77-52 0,-9 6 0,1 0 0,0 1 0,1 0 0,1 2 0,-20 23 0,34-37 0,1-1 0,0 1 0,0 0 0,1-1 0,-1 1 0,0 0 0,0 0 0,1 0 0,-1 0 0,1 0 0,0 0 0,-1 0 0,1 0 0,0 0 0,0 0 0,0 0 0,1-1 0,-1 1 0,1 4 0,1-2 0,-1-1 0,1 1 0,0-1 0,0 1 0,0-1 0,1 0 0,-1 1 0,1-1 0,3 3 0,6 5 0,1-1 0,0-1 0,24 13 0,-37-22 0,38 20 0,-25-14 0,-1 0 0,0 0 0,0 1 0,-1 1 0,0 0 0,18 17 0,-28-24 0,0 0 0,0 0 0,0 0 0,0 0 0,0 0 0,-1 0 0,1 0 0,0 0 0,-1 0 0,1 0 0,0 1 0,-1-1 0,0 0 0,1 0 0,-1 1 0,0-1 0,1 0 0,-1 1 0,0-1 0,0 0 0,0 1 0,0-1 0,0 0 0,-1 1 0,1-1 0,0 0 0,-1 1 0,1-1 0,-1 0 0,1 0 0,-1 0 0,1 1 0,-1-1 0,0 0 0,0 0 0,1 0 0,-1 0 0,0 0 0,0 0 0,0 0 0,0 0 0,0-1 0,0 1 0,-1 0 0,1-1 0,0 1 0,0-1 0,-2 1 0,-4 2 0,0 0 0,0 0 0,0-1 0,-1-1 0,1 1 0,0-1 0,-10 0 0,2 0 0,5-1 0,1 1 0,0-1 0,0-1 0,0 0 0,-11-2 0,18 2 0,0 0 0,0 1 0,-1-1 0,1 0 0,0 0 0,1 0 0,-1-1 0,0 1 0,0 0 0,0-1 0,1 1 0,-1-1 0,1 0 0,-1 1 0,1-1 0,-1 0 0,1 0 0,0 0 0,0 0 0,0 0 0,0 0 0,1 0 0,-1 0 0,0 0 0,1-1 0,-1-1 0,0-5 0,0 0 0,1 0 0,0 0 0,1 0 0,0 0 0,0 0 0,1 0 0,0 0 0,0 0 0,1 1 0,0-1 0,1 1 0,7-14 0,6-5 0,2 0 0,33-38 0,-29 38 0,27-40 0,-39 52 0,-11 15 0,-1 0 0,1 0 0,0 0 0,0 0 0,0 0 0,0 0 0,0 0 0,0 0 0,0 0 0,0 0 0,0 0 0,0 1 0,0-1 0,0 0 0,0 0 0,0 0 0,0 0 0,0 0 0,0 0 0,0 0 0,0 0 0,0 0 0,0 0 0,0 0 0,0 1 0,0-1 0,0 0 0,0 0 0,0 0 0,0 0 0,0 0 0,0 0 0,0 0 0,0 0 0,0 0 0,0 0 0,0 0 0,0 1 0,0-1 0,0 0 0,0 0 0,0 0 0,0 0 0,0 0 0,1 0 0,-1 0 0,0 0 0,0 0 0,0 0 0,0 0 0,0 0 0,0 0 0,0 0 0,0 0 0,0 0 0,0 0 0,0 0 0,1 0 0,-1 0 0,0 0 0,0 0 0,0 0 0,0 0 0,0 0 0,0 0 0,-13 31 0,-151 283 0,125-229 0,-24 64 0,42-98 0,13-36 0,2 1 0,0-1 0,0 1 0,2 0 0,0 1 0,-2 21 0,6-37 0,0 1 0,0-1 0,0 0 0,0 0 0,1 1 0,-1-1 0,0 0 0,1 0 0,0 1 0,-1-1 0,1 0 0,-1 0 0,1 0 0,0 0 0,0 0 0,0 0 0,0 0 0,0 0 0,0 0 0,0 0 0,0-1 0,0 1 0,0 0 0,0-1 0,0 1 0,1 0 0,-1-1 0,0 0 0,0 1 0,1-1 0,-1 0 0,0 0 0,0 1 0,3-1 0,7 1 0,0-1 0,0 0 0,14-2 0,-9 1 0,31 0-1365,-28 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09:24.8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200 0 24575,'-3'31'0,"0"0"0,-2-1 0,-2 0 0,-1 0 0,-1 0 0,-13 29 0,8-25 0,3 1 0,0 0 0,-9 66 0,17 154 0,6-131 0,-3-111 0,0 48 0,-2 0 0,-13 85 0,8-95 0,2-1 0,4 86 0,2-82 0,-2 1 0,-8 55 0,-1-26 0,2 162 0,7-218 0,-1-1 0,-9 36 0,5-33 0,-2 48 0,6 498 0,5-277 0,-3 802 0,1-1073 0,2 0 0,7 33 0,-4-31 0,2 48 0,-7-20 0,0 6 0,13 90 0,-8-108 0,-3 0 0,-2 48 0,2 37 0,1-103 0,1 1 0,13 39 0,6 31 0,-1 73 0,-14-93 0,-4 1 0,-7 108 0,0-56 0,2 405 0,2-514 0,0 1 0,2-1 0,1 0 0,10 30 0,-7-26 0,-2 0 0,6 42 0,-8 263 0,-6-178 0,2 332 0,1-465 0,1 1 0,9 36 0,-6-35 0,-1 0 0,2 27 0,-5 509 0,-3-269 0,2 3397 0,-15-3398 0,1-6 0,15 559 0,-3-792 56,-10 52-1,4-41-1531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09:35.6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1 299 24575,'1582'0'0,"-1565"1"0,1 1 0,0 1 0,20 5 0,-17-3 0,37 4 0,-52-9 0,0 0 0,0 1 0,0-1 0,0 2 0,1-1 0,-1 1 0,-1 0 0,1 0 0,0 0 0,0 1 0,-1 0 0,1 0 0,-1 0 0,0 1 0,0 0 0,0 0 0,-1 0 0,6 7 0,3 3 0,1 0 0,23 17 0,-31-27 0,0 0 0,0 0 0,1-1 0,-1 1 0,1-2 0,0 1 0,0-1 0,0 0 0,13 2 0,-13-3 0,10 0 0,0 1 0,-1 1 0,1 1 0,-1 0 0,30 13 0,-43-15 0,0 0 0,0 0 0,-1 0 0,0 1 0,1-1 0,-1 1 0,0 0 0,0-1 0,0 1 0,0 0 0,-1 0 0,1 1 0,-1-1 0,0 0 0,0 0 0,0 1 0,0-1 0,-1 0 0,1 5 0,1 9 0,-2 1 0,-1 27 0,0-23 0,-3 523 0,4-365 0,3-279 0,26-163 0,43-92 0,-59 294 0,-2-1 0,-4-1 0,-2 1 0,-3-78 0,-3 125 0,1-2 0,0-1 0,-2 1 0,-6-29 0,7 40 0,-1-1 0,0 1 0,0 0 0,-1 1 0,1-1 0,-1 0 0,0 1 0,0 0 0,-1-1 0,1 1 0,-1 0 0,0 1 0,0-1 0,0 1 0,-8-5 0,-22-18 0,27 20 0,0 1 0,0-1 0,0 1 0,-13-6 0,-10-11 0,28 19 0,-1 1 0,1 0 0,0-1 0,-1 1 0,0 0 0,1 1 0,-1-1 0,0 0 0,0 1 0,0-1 0,0 1 0,0 0 0,-1 0 0,1 0 0,-6 0 0,8 1 0,-1 1 0,1 0 0,0-1 0,-1 1 0,1 0 0,-1 0 0,1 0 0,0 0 0,0 0 0,0 0 0,0 0 0,0 0 0,0 0 0,0 0 0,0 1 0,0-1 0,0 0 0,0 1 0,1-1 0,-1 1 0,1-1 0,-1 1 0,1-1 0,0 1 0,-1-1 0,1 1 0,0 1 0,-3 50 0,3-46 0,3 158 0,-4 100 0,-2-243 0,-1-1 0,-1 1 0,-10 26 0,8-26 0,0 1 0,-5 37 0,7-5 0,-11 69 0,11-83 0,1 0 0,4 73 0,-2 27 0,0-130 0,0-1 0,-1 1 0,0-1 0,-1 0 0,-9 20 0,8-22 0,1 1 0,0 0 0,1 0 0,0 0 0,1 1 0,-3 15 0,5-26 0,0 1 0,0 0 0,1 0 0,-1 0 0,0 0 0,0-1 0,0 1 0,0 0 0,1 0 0,-1 0 0,0 0 0,0 0 0,0 0 0,1-1 0,-1 1 0,0 0 0,0 0 0,0 0 0,1 0 0,-1 0 0,0 0 0,0 0 0,1 0 0,-1 0 0,0 0 0,0 0 0,1 0 0,-1 0 0,0 0 0,0 0 0,0 0 0,1 1 0,-1-1 0,0 0 0,0 0 0,0 0 0,1 0 0,-1 0 0,0 0 0,0 1 0,0-1 0,0 0 0,1 0 0,-1 0 0,0 0 0,0 1 0,0-1 0,0 0 0,0 0 0,0 0 0,0 1 0,1-1 0,-1 0 0,0 0 0,0 1 0,0-1 0,0 0 0,0 0 0,0 1 0,0-1 0,0 0 0,0 0 0,0 0 0,0 1 0,0-1 0,-1 0 0,1 0 0,0 1 0,0-1 0,15-15 0,18-24 0,-3-1 0,35-60 0,39-94 0,-83 153 0,11-21 0,66-135 0,-78 152 0,-2-1 0,16-69 0,-31 104 0,-1 0 0,-1 1 0,1-1 0,-2 0 0,1 0 0,-2 0 0,1 1 0,-5-20 0,4 24 0,-1 0 0,0 1 0,0 0 0,-1-1 0,0 1 0,0 0 0,0 0 0,0 0 0,-1 1 0,0-1 0,0 1 0,0 0 0,0 0 0,-1 0 0,1 0 0,-1 1 0,-8-5 0,-8-2 0,0 1 0,-1 0 0,0 2 0,-1 0 0,1 2 0,-36-4 0,19 5 0,0 2 0,1 2 0,-47 5 0,30 6-1365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09:43.5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523 202 24575,'0'-201'0,"0"665"0,-1-443 0,-2 1 0,0-1 0,-1 1 0,-2-1 0,0-1 0,-17 40 0,-2 6 0,21-50 0,1 0 0,0 1 0,1-1 0,0 30 0,1-28 0,0 1 0,-1-1 0,-5 25 0,0-7 0,1 0 0,2 0 0,2 1 0,4 67 0,-3 53 0,-12-70 0,7-56 0,-3 49 0,10 30 0,-2 34 0,0-120 0,-2-1 0,-1 0 0,0 0 0,-10 25 0,6-19 0,1-1 0,1 2 0,-3 54 0,7-58 0,-21 90 0,7-23 0,1-19 0,3-7 0,6-33 0,-5 67 0,12 346 0,-3-422 0,-1 1 0,-1-1 0,-1 0 0,-10 31 0,7-30 0,2 0 0,0 0 0,-3 48 0,9-43 0,-2-1 0,-1 1 0,-8 30 0,-5 58 0,4-24 0,6-50 0,3-1 0,3 78 0,-2 34 0,-11-87 0,8-52 0,1 1 0,-1 21 0,5 66 0,-1 14 0,-3-95 0,-1 0 0,-15 46 0,12-46 0,2 0 0,-6 34 0,8-40 0,-1-32 0,-1-8 0,-23-49-1365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09:50.1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254 1 24511,'-253'5532'0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09:54.9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 30 24575,'0'-5'0,"0"-7"0,-5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0:01.3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9322 116 24575,'-45'-3'0,"0"-1"0,0-3 0,1-2 0,-69-22 0,47 7 0,49 16 0,-1 2 0,1 0 0,-1 1 0,0 1 0,0 0 0,-29-1 0,-547 6 0,223 1 0,323 0 0,-56 10 0,-38 2 0,75-14 0,33 0 0,1 0 0,-1 2 0,-36 7 0,-37 10 0,-208 10 0,-114-28 0,192-4 0,59 1 0,-199 5 0,134 24 0,159-14 0,-149 3 0,-851-18 0,587 3 0,305 14 0,0-1 0,-529-15 0,683 3 0,1 2 0,0 2 0,-45 12 0,44-9 0,0-1 0,-1-2 0,-42 1 0,40-5 0,0 3 0,1 1 0,0 2 0,1 2 0,-39 14 0,71-21 0,-22 4 0,0 0 0,0-2 0,-51 2 0,-91-7 0,68-3 0,-403 3 0,474 2 0,1 2 0,0 0 0,-50 15 0,49-10 0,0-2 0,-1-2 0,-39 3 0,-323-10 0,389 2 31,2 0-139,0 0 1,0 0 0,0 0-1,0 0 1,0 1-1,0-1 1,0 1 0,1 0-1,-1 0 1,0 1 0,0-1-1,-6 4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0:05.3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28 24380,'4628'-28'0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0:17.7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6295 142 24575,'2003'0'0,"-1820"-15"0,6 1 0,606 15 0,-616-16 0,4 1 0,-46 16 0,156-4 0,-163-11 0,41-2 0,-116 15 0,-21 1 0,1-2 0,68-9 0,-5-8 0,0 4 0,178-1 0,-127 17 0,-867 47 0,-433 16 0,865-52 0,18 1 0,140-16 0,-136 4 0,143 12 0,-25 1 0,-597-14 0,361-3 0,-952 2 0,1289 2 0,-57 10 0,-22 2 0,7-14 0,-28 1 0,128 2 0,0 0 0,0 0 0,0 2 0,-18 7 0,18-5 0,-1-2 0,1 0 0,-35 5 0,-168 16 0,106-10 0,-166 1 0,-1310-20 0,841 5 0,723-3 0,0-2 0,-29-6 0,-28-3 0,-332 7 0,231 7 0,-239-2 0,401-1 0,1-1 0,-38-9 0,36 6 0,0 1 0,-26-2 0,-454 5 217,244 3-1799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0:23.0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83 24575,'737'0'0,"-716"-1"0,0-1 0,38-9 0,-37 6 0,1 1 0,27-1 0,282 4 0,-155 2 0,-153 1 0,0 1 0,44 10 0,-15-2 0,3 2 0,-38-9 0,0 1 0,31 2 0,109-8 0,23 3 0,-94 11 0,-57-7 0,50 2 0,497-6 0,-279-4 0,154 2 0,-428-2 0,1 0 0,33-8 0,32-4 0,-63 12 0,39-11 0,-42 8 0,0 1 0,32-2 0,368 5 0,-198 2 0,-198-2 0,0-2 0,33-7 0,-30 4 0,47-2 0,-25 7 0,91-15 0,-111 12 0,58-1 0,-18 2 0,69-23-1365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10:54.5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290 22 24575,'429'17'0,"184"-4"0,-395-15 0,-922 2 0,666-2 0,-62-11 0,60 7 0,-47-2 0,-378 9 0,451-2 45,0-1 0,0 0 0,-23-6 0,1-1-1590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58:39.8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0 160 24575,'143'11'0,"106"-1"0,-20-8 0,244-5 0,-395-4 0,119-26 0,-34 3 0,-64 6 0,-98 24 0,-1 0 0,0 0 0,1 0 0,-1 0 0,0 0 0,1 0 0,-1 0 0,1 0 0,-1 0 0,0 0 0,1 0 0,-1 0 0,0 0 0,1-1 0,-1 1 0,0 0 0,1 0 0,-1 0 0,0 0 0,0-1 0,1 1 0,-1 0 0,0 0 0,1-1 0,-1 1 0,0 0 0,0 0 0,0-1 0,1 1 0,-1 0 0,0-1 0,0 1 0,0 0 0,0-1 0,0 1 0,1 0 0,-1-1 0,0 1 0,0 0 0,0-1 0,0 1 0,0 0 0,0-1 0,0 1 0,0-1 0,-17-12 0,-25-7 0,6 9 0,-1 1 0,1 3 0,-1 0 0,-1 3 0,1 0 0,-63 4 0,92 0 0,0 0 0,0 1 0,0 0 0,0 0 0,0 1 0,1 0 0,-1 0 0,-12 6 0,-5 1 0,-44 12 0,46-16 0,0 2 0,-41 18 0,39-15 0,1-1 0,-51 11 0,38-11 0,1-1 0,34-8 0,0 0 0,0 1 0,0-1 0,-1 0 0,1 0 0,0 0 0,0 0 0,0-1 0,-1 1 0,1 0 0,0-1 0,0 0 0,-3-1 0,5 2 0,0 0 0,0-1 0,0 1 0,-1 0 0,1 0 0,0-1 0,0 1 0,0 0 0,0-1 0,0 1 0,0 0 0,0-1 0,0 1 0,0 0 0,0-1 0,1 1 0,-1 0 0,0-1 0,0 1 0,0 0 0,0-1 0,0 1 0,0 0 0,1 0 0,-1-1 0,0 1 0,0 0 0,1 0 0,-1-1 0,0 1 0,0 0 0,1 0 0,-1 0 0,0-1 0,0 1 0,1 0 0,12-9 0,5-1 0,1 1 0,1 1 0,-1 0 0,1 1 0,1 2 0,-1 0 0,1 1 0,24-2 0,175 3 0,-162 4 0,-54-1 0,-1 0 0,0 0 0,1 0 0,-1 1 0,1-1 0,-1 1 0,0 0 0,1 0 0,-1 0 0,0 0 0,6 4 0,-8-4 0,1 0 0,-1 1 0,1 0 0,-1-1 0,0 1 0,0 0 0,0 0 0,0-1 0,0 1 0,-1 0 0,1 0 0,0 0 0,-1 0 0,0 0 0,1 0 0,-1 0 0,0 0 0,0 0 0,0 0 0,-1 4 0,1-4 7,1-1-48,-1 1-1,0-1 0,1 1 1,-1-1-1,0 1 1,0-1-1,0 1 1,-1-1-1,1 1 0,0-1 1,0 1-1,-1-1 1,1 1-1,-1-1 0,1 0 1,-1 1-1,0-1 1,1 0-1,-1 1 1,0-1-1,0 0 0,0 0 1,0 0-1,0 0 1,0 0-1,0 0 0,-1 0 1,1 0-1,0 0 1,0-1-1,-1 1 1,-2 1-1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58:48.3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560 1 24575,'-5'1'0,"0"0"0,0 0 0,0 1 0,0 0 0,0 0 0,1 1 0,-1-1 0,-6 5 0,-6 3 0,-27 10 0,23-10 0,-40 22 0,40-19 0,13-8 0,1-1 0,-1 1 0,1 0 0,0 1 0,0 0 0,1 0 0,-11 12 0,-37 42 0,-30 28 0,23-27 0,25-32 0,30-25 0,1 0 0,-1 0 0,1 1 0,-1-1 0,1 1 0,-5 8 0,10-13 0,0 1 0,0-1 0,0 0 0,0 0 0,0 1 0,0-1 0,0 0 0,0 1 0,0-1 0,0 0 0,0 0 0,0 1 0,0-1 0,0 0 0,1 0 0,-1 1 0,0-1 0,0 0 0,0 0 0,1 0 0,-1 1 0,0-1 0,0 0 0,0 0 0,1 0 0,-1 0 0,0 1 0,0-1 0,1 0 0,-1 0 0,0 0 0,1 0 0,-1 0 0,0 0 0,0 0 0,1 0 0,-1 0 0,0 0 0,1 0 0,-1 0 0,0 0 0,0 0 0,1 0 0,-1 0 0,0 0 0,1 0 0,18 1 0,-18-1 0,24-1 0,0-1 0,-1-1 0,46-12 0,72-29 0,-35 9 0,-21 9 0,-27 6 0,1 4 0,88-14 0,-93 27 0,63 4 0,-76 1 0,0-2 0,0-2 0,59-9 0,-49 0 0,1 3 0,0 2 0,58 1 0,-50 8 0,0 4 0,-1 2 0,83 23 0,-99-25 0,1-2 0,-1-1 0,1-2 0,49-5 0,0 1 0,-93 2 0,-1 0 0,1 0 0,-1 0 0,1 0 0,-1 0 0,1 0 0,-1 0 0,1 0 0,-1 0 0,1 0 0,-1 0 0,1 0 0,-1 0 0,1 0 0,-1 0 0,1 0 0,-1 0 0,1-1 0,-1 1 0,0 0 0,1 0 0,-1-1 0,1 1 0,-1 0 0,0-1 0,1 1 0,-1 0 0,1-1 0,-1 1 0,0-1 0,0 1 0,1 0 0,-1-1 0,0 1 0,1-1 0,-12-15 0,-30-14 0,41 30 0,-42-25 0,0 2 0,-2 2 0,0 2 0,-1 1 0,-1 3 0,0 2 0,-1 2 0,-1 1 0,0 3 0,0 2 0,-73 2 0,27 2 0,-76 2 0,123 6 0,0 2 0,0 1 0,2 3 0,-48 19 0,-3-4 0,48-15 0,43-12 0,1 0 0,0 0 0,0 0 0,-1 0 0,1-1 0,-8 0 0,40-17 0,61-20 0,109-42 0,-171 68 0,-22 8 0,1 1 0,-1 0 0,1 0 0,0 0 0,-1 0 0,1 1 0,12-1 0,115-8 0,409 11 0,-532-1 0,-1 1 0,0 1 0,0-1 0,13 5 0,-13-3 0,0 0 0,1-1 0,-1-1 0,14 1 0,-14-1 0,-1 1 0,1-1 0,-1 1 0,0 1 0,0-1 0,14 7 0,22 7 0,-19-10 0,11 3 0,1 1 0,62 26 0,-74-24 0,-15-8 0,0 0 0,-1 1 0,0 0 0,0 1 0,0 0 0,12 10 0,4 4 0,-22-18 0,0 0 0,0 0 0,0 0 0,-1 0 0,1 0 0,-1 0 0,0 1 0,1 0 0,-1-1 0,0 1 0,-1 0 0,1 0 0,0 0 0,-1 0 0,0 0 0,2 4 0,-1 1 0,1 0 0,-2 0 0,1 0 0,-1 0 0,-1 0 0,1 0 0,-1 0 0,-1 0 0,1 1 0,-1-1 0,-1 0 0,1 0 0,-2-1 0,1 1 0,-1 0 0,0-1 0,-8 15 0,6-14 0,-1-1 0,0 0 0,0 0 0,0-1 0,-1 1 0,0-1 0,0-1 0,-1 1 0,1-1 0,-1-1 0,0 1 0,-1-1 0,1-1 0,-1 0 0,-15 4 0,-34 7 0,-1-4 0,-86 6 0,-41-7 0,88-7 0,40 0 0,-95-8 0,83-8 0,52 9 0,0 2 0,-1-1 0,-30 0 0,18 3 0,0 2 0,0 1 0,0 1 0,0 2 0,1 1 0,0 1 0,-37 14 0,31-9 0,28-10 0,1 0 0,0 0 0,-1 1 0,1-1 0,0 2 0,1-1 0,-9 6 0,15-8 0,-1-1 0,1 1 0,-1-1 0,1 1 0,-1 0 0,1-1 0,0 1 0,-1 0 0,1-1 0,0 1 0,-1 0 0,1 0 0,0-1 0,0 1 0,0 0 0,0 0 0,-1-1 0,1 1 0,0 0 0,0 0 0,1-1 0,-1 1 0,0 0 0,0 0 0,0-1 0,0 1 0,1 0 0,-1 0 0,0-1 0,1 1 0,-1 0 0,1-1 0,-1 1 0,0 0 0,1-1 0,-1 1 0,1-1 0,0 1 0,-1-1 0,1 1 0,-1-1 0,2 1 0,32 21 0,-31-20 0,28 14 0,1-2 0,0 0 0,1-3 0,50 12 0,-20-10 0,99 5 0,-3-8 0,-145-9 0,-1 1 0,1 0 0,15 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0:58:49.4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0222E-4E2B-4D05-A661-43B5379AF360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53E8D-5629-4E46-B5EB-52709377C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4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53E8D-5629-4E46-B5EB-52709377CBE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9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5FD3-8D31-5477-0464-0313C4B38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3159A-9A2D-FF1D-CE04-AECFF1884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08E76-0034-A9BF-A9C1-C7000C1B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BD0E8-CAA2-DD02-ECE1-1ADA448E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68EBB-7FEA-4EB7-646F-57AC3872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16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2555-A685-D41E-4389-0981F696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AC7ED-9DB3-6D2B-3690-092548A92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F6515-8BFD-C698-920F-881E0723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9F324-8867-2DE8-ECC7-86090B06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67A95-94F3-A0DD-FB39-0CFA611D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86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798B-76B0-771B-6A89-92FF21AE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ADD2C-85A5-E2B3-3045-F96568F96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6C97D-424A-DCB0-CB23-F125C5F8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C4A91-36F6-8F13-D0C5-F5211E334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D15A1-F69C-AAAF-FA21-2AD14BA0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73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D892A-878C-EEF3-5058-2307052A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8A6B0-E9F2-B959-7088-660E9D88E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F8F7B-676B-4DA0-66B7-5DAB3E3F4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73DF7-DCA4-BD02-96B1-425355941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0E296-BEBB-7EBE-ABC1-65BA74E1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6C9C7-15D5-FCFB-D0FB-06EF5B86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89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40FB-5251-18A9-6890-669FB22C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12AB9-8EA4-C7E7-3DA1-1860DB2FF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B1FC1-C64B-759B-A7F0-C55064A9E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AD9BD-75EF-1757-4E84-62DB17BD7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57AD6-AB38-AD7E-CF9A-5729DC93C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3F628-C445-4F23-5A29-C4DEE3FFE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2B839-71A9-9021-58EB-7E9C4605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1E596-A423-EDFE-00F3-AED389F6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12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CCCC-A862-89D6-90DB-6963B239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AF0713-311F-26A6-02C7-3B3F0E7D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93FE5-C4A4-3F83-3B24-2F826994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32CE6-0A77-F0B9-AEA0-E1AD945C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57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7A72F-1C9B-5C5E-A11F-BF21B2F7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4AD0D-ED7F-6DAE-D06D-9EA8F708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815A-44C3-9305-E03F-C2E3F8A7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39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7382-9EA0-2580-4356-42C8D566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D6A2B-205E-3959-FD38-72D5A96BE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31C67-321E-E52C-A727-C18A446BE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860C6-7C78-F6D7-AD52-2D108CA6A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9E0E9-9DAC-65F9-3BE1-F9C42636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E9F7B-DF6D-224C-0B6C-30041E5A2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78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24B1-7AAE-E2B7-1224-6D3C51A1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0172A-242A-5284-FF4B-BA7D353E4E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5F47C-9F84-4403-5AB0-8AB02DB36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6C734-EFA7-A20F-0307-E94DFD9D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CC14E-C3D7-4B41-EF1D-8FD3CE3F7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D9C95-B218-2FD2-A019-AE9A48A6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923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F65D-669A-5BB0-4758-F38A2A24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18AA1-69D1-4D73-4C1D-A7176DFE2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BBAA1-D167-1EDB-D755-82D12178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8FDBE-209E-B995-6922-BECAC35F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F9DB7-A03A-6745-A390-4C69C805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41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31544-FCFD-B8EB-F1E9-AF0A27F21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266BA-28F6-C4EC-079F-38AE3CDED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BA72F-4EEC-DFA9-A994-263298796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5392-E0C3-7873-67B1-4E9A2333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65954-0187-72A9-0878-17DDFBC6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49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A005C-D3D4-1828-48D2-CBA16FE7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EDE6-8BB0-BD47-14E5-8BB334AD4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B4A4F-0DF5-39BF-F7E9-5654B3475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FEA65-8533-4B99-BEB9-DB858DAD88F4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9E75F-D24C-D2B3-B9E2-67242A1D7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40A1-3AB5-BBE7-E9E4-DE803327E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5573F-BE7B-4726-A956-2577A70F1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63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.xml"/><Relationship Id="rId18" Type="http://schemas.openxmlformats.org/officeDocument/2006/relationships/image" Target="../media/image12.png"/><Relationship Id="rId26" Type="http://schemas.openxmlformats.org/officeDocument/2006/relationships/image" Target="../media/image4.png"/><Relationship Id="rId39" Type="http://schemas.openxmlformats.org/officeDocument/2006/relationships/image" Target="../media/image22.png"/><Relationship Id="rId3" Type="http://schemas.openxmlformats.org/officeDocument/2006/relationships/image" Target="../media/image1.png"/><Relationship Id="rId21" Type="http://schemas.openxmlformats.org/officeDocument/2006/relationships/customXml" Target="../ink/ink8.xml"/><Relationship Id="rId34" Type="http://schemas.openxmlformats.org/officeDocument/2006/relationships/customXml" Target="../ink/ink13.xml"/><Relationship Id="rId12" Type="http://schemas.openxmlformats.org/officeDocument/2006/relationships/image" Target="../media/image9.png"/><Relationship Id="rId17" Type="http://schemas.openxmlformats.org/officeDocument/2006/relationships/customXml" Target="../ink/ink6.xml"/><Relationship Id="rId25" Type="http://schemas.openxmlformats.org/officeDocument/2006/relationships/image" Target="../media/image3.png"/><Relationship Id="rId33" Type="http://schemas.openxmlformats.org/officeDocument/2006/relationships/image" Target="../media/image5.png"/><Relationship Id="rId38" Type="http://schemas.openxmlformats.org/officeDocument/2006/relationships/customXml" Target="../ink/ink15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.xml"/><Relationship Id="rId24" Type="http://schemas.openxmlformats.org/officeDocument/2006/relationships/image" Target="../media/image15.png"/><Relationship Id="rId32" Type="http://schemas.openxmlformats.org/officeDocument/2006/relationships/image" Target="../media/image18.png"/><Relationship Id="rId37" Type="http://schemas.openxmlformats.org/officeDocument/2006/relationships/image" Target="../media/image21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28" Type="http://schemas.openxmlformats.org/officeDocument/2006/relationships/image" Target="../media/image16.png"/><Relationship Id="rId36" Type="http://schemas.openxmlformats.org/officeDocument/2006/relationships/customXml" Target="../ink/ink14.xml"/><Relationship Id="rId10" Type="http://schemas.openxmlformats.org/officeDocument/2006/relationships/image" Target="../media/image8.png"/><Relationship Id="rId19" Type="http://schemas.openxmlformats.org/officeDocument/2006/relationships/customXml" Target="../ink/ink7.xml"/><Relationship Id="rId31" Type="http://schemas.openxmlformats.org/officeDocument/2006/relationships/customXml" Target="../ink/ink12.xml"/><Relationship Id="rId4" Type="http://schemas.openxmlformats.org/officeDocument/2006/relationships/customXml" Target="../ink/ink1.xml"/><Relationship Id="rId9" Type="http://schemas.openxmlformats.org/officeDocument/2006/relationships/customXml" Target="../ink/ink2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0.xml"/><Relationship Id="rId30" Type="http://schemas.openxmlformats.org/officeDocument/2006/relationships/image" Target="../media/image17.png"/><Relationship Id="rId35" Type="http://schemas.openxmlformats.org/officeDocument/2006/relationships/image" Target="../media/image20.png"/><Relationship Id="rId8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28.png"/><Relationship Id="rId18" Type="http://schemas.openxmlformats.org/officeDocument/2006/relationships/customXml" Target="../ink/ink23.xml"/><Relationship Id="rId3" Type="http://schemas.openxmlformats.org/officeDocument/2006/relationships/image" Target="../media/image6.png"/><Relationship Id="rId21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customXml" Target="../ink/ink20.xml"/><Relationship Id="rId17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23" Type="http://schemas.openxmlformats.org/officeDocument/2006/relationships/image" Target="../media/image33.png"/><Relationship Id="rId10" Type="http://schemas.openxmlformats.org/officeDocument/2006/relationships/customXml" Target="../ink/ink19.xml"/><Relationship Id="rId19" Type="http://schemas.openxmlformats.org/officeDocument/2006/relationships/image" Target="../media/image31.png"/><Relationship Id="rId4" Type="http://schemas.openxmlformats.org/officeDocument/2006/relationships/customXml" Target="../ink/ink16.xml"/><Relationship Id="rId9" Type="http://schemas.openxmlformats.org/officeDocument/2006/relationships/image" Target="../media/image26.png"/><Relationship Id="rId14" Type="http://schemas.openxmlformats.org/officeDocument/2006/relationships/customXml" Target="../ink/ink21.xml"/><Relationship Id="rId22" Type="http://schemas.openxmlformats.org/officeDocument/2006/relationships/customXml" Target="../ink/ink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39.png"/><Relationship Id="rId10" Type="http://schemas.openxmlformats.org/officeDocument/2006/relationships/image" Target="../media/image37.png"/><Relationship Id="rId4" Type="http://schemas.openxmlformats.org/officeDocument/2006/relationships/customXml" Target="../ink/ink26.xml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946785AC-F360-47F6-CAD1-DAC5955E4E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734" y="3148966"/>
            <a:ext cx="11458266" cy="829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Architecture 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46E9F20F-3803-9C3D-7040-CE65180F5D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38B6FF0C-8BB2-35C4-7FA0-3A2FC7836115}"/>
              </a:ext>
            </a:extLst>
          </p:cNvPr>
          <p:cNvCxnSpPr>
            <a:cxnSpLocks/>
          </p:cNvCxnSpPr>
          <p:nvPr/>
        </p:nvCxnSpPr>
        <p:spPr>
          <a:xfrm>
            <a:off x="516192" y="937876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EBF09022-8197-ECE5-C926-E327865E2235}"/>
              </a:ext>
            </a:extLst>
          </p:cNvPr>
          <p:cNvCxnSpPr>
            <a:cxnSpLocks/>
          </p:cNvCxnSpPr>
          <p:nvPr/>
        </p:nvCxnSpPr>
        <p:spPr>
          <a:xfrm>
            <a:off x="516192" y="6449660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CAB2D4-E90F-ED0A-A56C-29E3809CFE74}"/>
              </a:ext>
            </a:extLst>
          </p:cNvPr>
          <p:cNvSpPr txBox="1"/>
          <p:nvPr/>
        </p:nvSpPr>
        <p:spPr>
          <a:xfrm>
            <a:off x="3074794" y="6449660"/>
            <a:ext cx="7334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D6CCC-5B9C-E46B-EFE0-5E6305E61A86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112D72-F132-73F4-F093-1B8DC82C7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935" y="1690893"/>
            <a:ext cx="6233700" cy="42292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FB64B5-D7A0-9905-158C-7424EEC99298}"/>
              </a:ext>
            </a:extLst>
          </p:cNvPr>
          <p:cNvSpPr txBox="1"/>
          <p:nvPr/>
        </p:nvSpPr>
        <p:spPr>
          <a:xfrm>
            <a:off x="3672776" y="9223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RTL-GDS for an clock based 8 bit ALU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827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9241093B-2B9C-AEB3-7175-FB4A2305A5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7BE42112-7C60-DA43-2CA1-E3B136CAC11F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B086A488-7E75-4165-5BB1-8BCE79228C3C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D3B864-E923-214E-A057-4493CB463BEB}"/>
              </a:ext>
            </a:extLst>
          </p:cNvPr>
          <p:cNvSpPr txBox="1"/>
          <p:nvPr/>
        </p:nvSpPr>
        <p:spPr>
          <a:xfrm>
            <a:off x="3579432" y="63840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9C2096-C258-A483-3BFB-FB40FEB18486}"/>
              </a:ext>
            </a:extLst>
          </p:cNvPr>
          <p:cNvSpPr txBox="1"/>
          <p:nvPr/>
        </p:nvSpPr>
        <p:spPr>
          <a:xfrm>
            <a:off x="594012" y="1387952"/>
            <a:ext cx="110039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I/O planning</a:t>
            </a:r>
          </a:p>
          <a:p>
            <a:endParaRPr lang="en-IN" sz="2400" dirty="0"/>
          </a:p>
          <a:p>
            <a:r>
              <a:rPr lang="en-IN" sz="2400" dirty="0"/>
              <a:t>At top view of design we basically have an 8 bit ALU with [7:0]A , [7:0]B , [3:0]sel , 1 clk and 1 rst. So totally input are 8+8+4+1+1= 22 inputs and outputs are [7:0]res so 8 output pins hence . Totally 30 I/O pins . Through our RTL code we will only logically instantiate these 30 pins . But for Area calculations we will take few more</a:t>
            </a:r>
          </a:p>
          <a:p>
            <a:r>
              <a:rPr lang="en-IN" sz="2400" dirty="0"/>
              <a:t>2 more dummy pins hence 32 and for every 8 I/O pin we will take 1VDD and 1VSS pin , hence totally 32+8=40 pins. Each IO pin take 16mA current , hence the chip should be able to sustain at least 32*16mA=512mA current.</a:t>
            </a:r>
          </a:p>
          <a:p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5C419-5E5E-A838-51E7-BB7C99B272D9}"/>
              </a:ext>
            </a:extLst>
          </p:cNvPr>
          <p:cNvSpPr txBox="1"/>
          <p:nvPr/>
        </p:nvSpPr>
        <p:spPr>
          <a:xfrm>
            <a:off x="391665" y="530429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145702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FF57-DF68-31BF-D21E-8D7A8DCC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27" y="1094091"/>
            <a:ext cx="11494401" cy="711197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Area</a:t>
            </a:r>
            <a:r>
              <a:rPr lang="en-IN" sz="2800" b="1" dirty="0"/>
              <a:t> </a:t>
            </a:r>
            <a:r>
              <a:rPr lang="en-IN" sz="2800" b="1" dirty="0">
                <a:latin typeface="Calibri Body"/>
              </a:rPr>
              <a:t>Planning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4385906-A877-AC1E-09AA-2558E7E523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458" y="2627661"/>
            <a:ext cx="113470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782776AD-3475-92BC-EE98-2443A6F8A7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1D5D0C7E-6CA7-0CB9-E423-A989B2B37F71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DBB0E890-9EFA-7B2B-300D-89693B48CBFD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DA5ABD-4545-B99A-D487-F12A0F73F37F}"/>
              </a:ext>
            </a:extLst>
          </p:cNvPr>
          <p:cNvSpPr txBox="1"/>
          <p:nvPr/>
        </p:nvSpPr>
        <p:spPr>
          <a:xfrm>
            <a:off x="35179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B7CE4C-DACC-21B4-2065-33F6F2E1FEF7}"/>
                  </a:ext>
                </a:extLst>
              </p14:cNvPr>
              <p14:cNvContentPartPr/>
              <p14:nvPr/>
            </p14:nvContentPartPr>
            <p14:xfrm>
              <a:off x="312480" y="5682600"/>
              <a:ext cx="1490760" cy="269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B7CE4C-DACC-21B4-2065-33F6F2E1FE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9480" y="5619960"/>
                <a:ext cx="16164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9498011-D534-39AD-F238-244E120606E4}"/>
                  </a:ext>
                </a:extLst>
              </p14:cNvPr>
              <p14:cNvContentPartPr/>
              <p14:nvPr/>
            </p14:nvContentPartPr>
            <p14:xfrm>
              <a:off x="1020960" y="5859720"/>
              <a:ext cx="1014480" cy="99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9498011-D534-39AD-F238-244E120606E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7960" y="5796720"/>
                <a:ext cx="11401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1B92F5E-055D-ECF0-15CE-6A947FE74EA3}"/>
                  </a:ext>
                </a:extLst>
              </p14:cNvPr>
              <p14:cNvContentPartPr/>
              <p14:nvPr/>
            </p14:nvContentPartPr>
            <p14:xfrm>
              <a:off x="1485360" y="5714640"/>
              <a:ext cx="3010320" cy="198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1B92F5E-055D-ECF0-15CE-6A947FE74EA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22720" y="5651640"/>
                <a:ext cx="313596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C64FD3C-D9B6-6443-3AEF-1C5896184C2F}"/>
                  </a:ext>
                </a:extLst>
              </p14:cNvPr>
              <p14:cNvContentPartPr/>
              <p14:nvPr/>
            </p14:nvContentPartPr>
            <p14:xfrm>
              <a:off x="4068720" y="5729760"/>
              <a:ext cx="442440" cy="7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C64FD3C-D9B6-6443-3AEF-1C5896184C2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06080" y="5667120"/>
                <a:ext cx="5680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98D9E01-6E9F-BCE7-8C74-EE864F5F630E}"/>
                  </a:ext>
                </a:extLst>
              </p14:cNvPr>
              <p14:cNvContentPartPr/>
              <p14:nvPr/>
            </p14:nvContentPartPr>
            <p14:xfrm>
              <a:off x="4533840" y="5791320"/>
              <a:ext cx="481320" cy="23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98D9E01-6E9F-BCE7-8C74-EE864F5F630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70840" y="5728320"/>
                <a:ext cx="60696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F7678BD3-2C93-C228-A101-AE8AD1558AF4}"/>
              </a:ext>
            </a:extLst>
          </p:cNvPr>
          <p:cNvGrpSpPr/>
          <p:nvPr/>
        </p:nvGrpSpPr>
        <p:grpSpPr>
          <a:xfrm>
            <a:off x="60480" y="2493360"/>
            <a:ext cx="92160" cy="1949400"/>
            <a:chOff x="60480" y="2493360"/>
            <a:chExt cx="92160" cy="19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C44EFC-779B-DC13-2521-DB73EDFF61DB}"/>
                    </a:ext>
                  </a:extLst>
                </p14:cNvPr>
                <p14:cNvContentPartPr/>
                <p14:nvPr/>
              </p14:nvContentPartPr>
              <p14:xfrm>
                <a:off x="60480" y="3160800"/>
                <a:ext cx="92160" cy="1281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C44EFC-779B-DC13-2521-DB73EDFF61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-2160" y="3097800"/>
                  <a:ext cx="217800" cy="14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FE9703D-0E80-EE3C-28D0-D86E69A81540}"/>
                    </a:ext>
                  </a:extLst>
                </p14:cNvPr>
                <p14:cNvContentPartPr/>
                <p14:nvPr/>
              </p14:nvContentPartPr>
              <p14:xfrm>
                <a:off x="129600" y="2493360"/>
                <a:ext cx="15840" cy="738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FE9703D-0E80-EE3C-28D0-D86E69A815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600" y="2430360"/>
                  <a:ext cx="141480" cy="86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9F72C10-45CD-9E5F-6B98-B52A89C4723F}"/>
                  </a:ext>
                </a:extLst>
              </p14:cNvPr>
              <p14:cNvContentPartPr/>
              <p14:nvPr/>
            </p14:nvContentPartPr>
            <p14:xfrm>
              <a:off x="75960" y="4533480"/>
              <a:ext cx="122040" cy="1150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9F72C10-45CD-9E5F-6B98-B52A89C472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320" y="4470840"/>
                <a:ext cx="247680" cy="12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340295D-2EDC-97A2-C341-84F52CD8F03F}"/>
                  </a:ext>
                </a:extLst>
              </p14:cNvPr>
              <p14:cNvContentPartPr/>
              <p14:nvPr/>
            </p14:nvContentPartPr>
            <p14:xfrm>
              <a:off x="114120" y="5806440"/>
              <a:ext cx="9288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340295D-2EDC-97A2-C341-84F52CD8F03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1120" y="5743440"/>
                <a:ext cx="21852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0101DDE-C4FC-5375-E177-6A0496DF7CF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443" y="1912930"/>
            <a:ext cx="3475021" cy="3185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F5D5E2-4DCC-A920-DDD3-C0EE74CCCF2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31209" y="1597288"/>
            <a:ext cx="4747671" cy="40389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DE474B9-3B7A-141E-F361-BFB0DAEFBA3D}"/>
              </a:ext>
            </a:extLst>
          </p:cNvPr>
          <p:cNvSpPr/>
          <p:nvPr/>
        </p:nvSpPr>
        <p:spPr>
          <a:xfrm>
            <a:off x="9459032" y="3318470"/>
            <a:ext cx="1255776" cy="54599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15.6um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72F2990-2E61-B411-6CDC-35EB4B08AFB3}"/>
                  </a:ext>
                </a:extLst>
              </p14:cNvPr>
              <p14:cNvContentPartPr/>
              <p14:nvPr/>
            </p14:nvContentPartPr>
            <p14:xfrm>
              <a:off x="6857100" y="3718620"/>
              <a:ext cx="95040" cy="115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72F2990-2E61-B411-6CDC-35EB4B08AFB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39100" y="3700620"/>
                <a:ext cx="1306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AC217E0-22D1-B174-AA7D-EDA19757D58C}"/>
                  </a:ext>
                </a:extLst>
              </p14:cNvPr>
              <p14:cNvContentPartPr/>
              <p14:nvPr/>
            </p14:nvContentPartPr>
            <p14:xfrm>
              <a:off x="7537454" y="3396603"/>
              <a:ext cx="420423" cy="669217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AC217E0-22D1-B174-AA7D-EDA19757D58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19801" y="3378604"/>
                <a:ext cx="456089" cy="704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4EAC639-BEBC-CBDE-2B55-BA783EA37EFF}"/>
                  </a:ext>
                </a:extLst>
              </p14:cNvPr>
              <p14:cNvContentPartPr/>
              <p14:nvPr/>
            </p14:nvContentPartPr>
            <p14:xfrm rot="17069158">
              <a:off x="7161260" y="3679206"/>
              <a:ext cx="1172807" cy="475522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4EAC639-BEBC-CBDE-2B55-BA783EA37EF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 rot="17069158">
                <a:off x="7143245" y="3661153"/>
                <a:ext cx="1208478" cy="511267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F16542B1-DE6F-A91B-3667-695C7F9BEC4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4" y="1763804"/>
            <a:ext cx="3659666" cy="39348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3EBFFC9-FBA6-2BC1-8FB7-7F51A7ED0D6A}"/>
                  </a:ext>
                </a:extLst>
              </p14:cNvPr>
              <p14:cNvContentPartPr/>
              <p14:nvPr/>
            </p14:nvContentPartPr>
            <p14:xfrm>
              <a:off x="7593600" y="3361080"/>
              <a:ext cx="339120" cy="185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3EBFFC9-FBA6-2BC1-8FB7-7F51A7ED0D6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75960" y="3343440"/>
                <a:ext cx="3747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374489B-BACD-98AC-AE8F-64FC348BACD8}"/>
                  </a:ext>
                </a:extLst>
              </p14:cNvPr>
              <p14:cNvContentPartPr/>
              <p14:nvPr/>
            </p14:nvContentPartPr>
            <p14:xfrm>
              <a:off x="7767120" y="368796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374489B-BACD-98AC-AE8F-64FC348BACD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49120" y="366996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2FAFF0E-6E1C-8AF4-6297-00A9A7E7C43D}"/>
                  </a:ext>
                </a:extLst>
              </p14:cNvPr>
              <p14:cNvContentPartPr/>
              <p14:nvPr/>
            </p14:nvContentPartPr>
            <p14:xfrm>
              <a:off x="7672080" y="3667440"/>
              <a:ext cx="171000" cy="332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2FAFF0E-6E1C-8AF4-6297-00A9A7E7C43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54080" y="3649440"/>
                <a:ext cx="206640" cy="3682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FC9666A-BDA3-610A-2E51-2F85E4500B1C}"/>
              </a:ext>
            </a:extLst>
          </p:cNvPr>
          <p:cNvSpPr txBox="1"/>
          <p:nvPr/>
        </p:nvSpPr>
        <p:spPr>
          <a:xfrm>
            <a:off x="375410" y="371902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97604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C035-79EA-8B58-54FC-D443F10B5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1174-B45F-698C-803D-5CA613910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" y="1677318"/>
            <a:ext cx="11775440" cy="3799838"/>
          </a:xfrm>
        </p:spPr>
        <p:txBody>
          <a:bodyPr>
            <a:noAutofit/>
          </a:bodyPr>
          <a:lstStyle/>
          <a:p>
            <a:endParaRPr lang="en-IN" sz="16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F614E16-71F6-5C87-5B72-81CE0ED35D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458" y="2627661"/>
            <a:ext cx="113470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640D224E-665E-1632-9BCD-9CD2D86A77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655B688A-38F1-4EAC-BF83-14EBB880F1AD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8FF94900-C82D-671F-5471-3F404BD33886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259BF7-E21D-AD76-E2F0-52E1769F16F1}"/>
              </a:ext>
            </a:extLst>
          </p:cNvPr>
          <p:cNvSpPr txBox="1"/>
          <p:nvPr/>
        </p:nvSpPr>
        <p:spPr>
          <a:xfrm>
            <a:off x="35179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414A5-F028-6A25-F337-01236521DDE0}"/>
              </a:ext>
            </a:extLst>
          </p:cNvPr>
          <p:cNvSpPr txBox="1"/>
          <p:nvPr/>
        </p:nvSpPr>
        <p:spPr>
          <a:xfrm>
            <a:off x="4275393" y="1169137"/>
            <a:ext cx="894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76783A-6175-5305-FDAE-37D0662F570E}"/>
              </a:ext>
            </a:extLst>
          </p:cNvPr>
          <p:cNvSpPr txBox="1"/>
          <p:nvPr/>
        </p:nvSpPr>
        <p:spPr>
          <a:xfrm>
            <a:off x="7677329" y="1628357"/>
            <a:ext cx="2706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EF289D-4F27-98A1-3BB8-1148842A9871}"/>
              </a:ext>
            </a:extLst>
          </p:cNvPr>
          <p:cNvSpPr txBox="1"/>
          <p:nvPr/>
        </p:nvSpPr>
        <p:spPr>
          <a:xfrm>
            <a:off x="3061749" y="1168818"/>
            <a:ext cx="5334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Understanding the scl180 library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63D1DE-73DA-179C-3BDD-82D857711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79" y="1677318"/>
            <a:ext cx="11775439" cy="43513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487C4E4-803F-9C41-E3F1-A2B08E683C76}"/>
                  </a:ext>
                </a:extLst>
              </p14:cNvPr>
              <p14:cNvContentPartPr/>
              <p14:nvPr/>
            </p14:nvContentPartPr>
            <p14:xfrm>
              <a:off x="110920" y="1696920"/>
              <a:ext cx="82800" cy="5013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487C4E4-803F-9C41-E3F1-A2B08E683C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920" y="1633920"/>
                <a:ext cx="208440" cy="51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F9C92B9-BFA4-F35D-AB99-185BC984ADC6}"/>
                  </a:ext>
                </a:extLst>
              </p14:cNvPr>
              <p14:cNvContentPartPr/>
              <p14:nvPr/>
            </p14:nvContentPartPr>
            <p14:xfrm>
              <a:off x="11135200" y="1589280"/>
              <a:ext cx="867600" cy="513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F9C92B9-BFA4-F35D-AB99-185BC984AD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72560" y="1526640"/>
                <a:ext cx="9932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75BDD64-B8DB-6CCB-BDAF-306C71389C64}"/>
                  </a:ext>
                </a:extLst>
              </p14:cNvPr>
              <p14:cNvContentPartPr/>
              <p14:nvPr/>
            </p14:nvContentPartPr>
            <p14:xfrm>
              <a:off x="11759800" y="2223240"/>
              <a:ext cx="188280" cy="1694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75BDD64-B8DB-6CCB-BDAF-306C71389C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97160" y="2160600"/>
                <a:ext cx="313920" cy="18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52A4B38-4767-0FA4-DED1-ED325E3442C3}"/>
                  </a:ext>
                </a:extLst>
              </p14:cNvPr>
              <p14:cNvContentPartPr/>
              <p14:nvPr/>
            </p14:nvContentPartPr>
            <p14:xfrm>
              <a:off x="11856640" y="3392880"/>
              <a:ext cx="91440" cy="1991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52A4B38-4767-0FA4-DED1-ED325E3442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794000" y="3330240"/>
                <a:ext cx="217080" cy="21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B18A54-2FE3-B3D5-F226-F855A34B4A1E}"/>
                  </a:ext>
                </a:extLst>
              </p14:cNvPr>
              <p14:cNvContentPartPr/>
              <p14:nvPr/>
            </p14:nvContentPartPr>
            <p14:xfrm>
              <a:off x="11895520" y="5465760"/>
              <a:ext cx="2160" cy="10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B18A54-2FE3-B3D5-F226-F855A34B4A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832520" y="5403120"/>
                <a:ext cx="1278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A9B1CDA-E6AE-8238-B550-A7E5E2E652EE}"/>
                  </a:ext>
                </a:extLst>
              </p14:cNvPr>
              <p14:cNvContentPartPr/>
              <p14:nvPr/>
            </p14:nvContentPartPr>
            <p14:xfrm>
              <a:off x="1876720" y="1675320"/>
              <a:ext cx="3355920" cy="137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A9B1CDA-E6AE-8238-B550-A7E5E2E652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13720" y="1612320"/>
                <a:ext cx="34815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9FC3B74-8176-1B95-063B-747C883B6554}"/>
                  </a:ext>
                </a:extLst>
              </p14:cNvPr>
              <p14:cNvContentPartPr/>
              <p14:nvPr/>
            </p14:nvContentPartPr>
            <p14:xfrm>
              <a:off x="883840" y="1655880"/>
              <a:ext cx="1666440" cy="104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9FC3B74-8176-1B95-063B-747C883B65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1200" y="1592880"/>
                <a:ext cx="17920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12699A4-5B14-E197-C3B5-A98F2621663D}"/>
                  </a:ext>
                </a:extLst>
              </p14:cNvPr>
              <p14:cNvContentPartPr/>
              <p14:nvPr/>
            </p14:nvContentPartPr>
            <p14:xfrm>
              <a:off x="7202920" y="1635360"/>
              <a:ext cx="4106520" cy="112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12699A4-5B14-E197-C3B5-A98F2621663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40280" y="1572360"/>
                <a:ext cx="42321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74389BB-4C09-DB36-814B-3324E00FB6C7}"/>
                  </a:ext>
                </a:extLst>
              </p14:cNvPr>
              <p14:cNvContentPartPr/>
              <p14:nvPr/>
            </p14:nvContentPartPr>
            <p14:xfrm>
              <a:off x="5384560" y="1595400"/>
              <a:ext cx="1951920" cy="51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74389BB-4C09-DB36-814B-3324E00FB6C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21560" y="1532400"/>
                <a:ext cx="20775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E098153-5D8E-5A50-90AC-1BCAB9200DD9}"/>
                  </a:ext>
                </a:extLst>
              </p14:cNvPr>
              <p14:cNvContentPartPr/>
              <p14:nvPr/>
            </p14:nvContentPartPr>
            <p14:xfrm>
              <a:off x="322240" y="1678840"/>
              <a:ext cx="558360" cy="19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E098153-5D8E-5A50-90AC-1BCAB9200DD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9600" y="1615840"/>
                <a:ext cx="684000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B0064ED-DD43-1A8D-1250-EE0778AF9156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387693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43B0-F467-667D-869A-68886A87D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915" y="1094091"/>
            <a:ext cx="7440397" cy="677025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+mn-lt"/>
              </a:rPr>
              <a:t>RTL code( pad instantiation part)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C26B7A89-8EEE-032E-7686-8F1F6A8B16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562B33CC-8496-BAE7-63A0-51B2E5E595A0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F7B32D69-A581-B2F1-1FB2-F6DC8FB33911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ED3AEA-4FBF-1AA4-0EBF-1FBA7D8984A7}"/>
              </a:ext>
            </a:extLst>
          </p:cNvPr>
          <p:cNvSpPr txBox="1"/>
          <p:nvPr/>
        </p:nvSpPr>
        <p:spPr>
          <a:xfrm>
            <a:off x="3425887" y="63604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56F98-1AA5-5A5A-DE4F-DF62E027BA54}"/>
              </a:ext>
            </a:extLst>
          </p:cNvPr>
          <p:cNvSpPr txBox="1"/>
          <p:nvPr/>
        </p:nvSpPr>
        <p:spPr>
          <a:xfrm>
            <a:off x="1597741" y="1803017"/>
            <a:ext cx="382474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pc3c01 pc3c01_1   (.CCLK(</a:t>
            </a:r>
            <a:r>
              <a:rPr lang="en-IN" sz="1100" dirty="0" err="1"/>
              <a:t>alu_clk</a:t>
            </a:r>
            <a:r>
              <a:rPr lang="en-IN" sz="1100" dirty="0"/>
              <a:t>),      .CP(main_clk)     ); </a:t>
            </a:r>
            <a:br>
              <a:rPr lang="en-IN" sz="1100" dirty="0"/>
            </a:br>
            <a:r>
              <a:rPr lang="en-IN" sz="1100" dirty="0"/>
              <a:t>pc3d01 pc3d01_1   (.PAD(</a:t>
            </a:r>
            <a:r>
              <a:rPr lang="en-IN" sz="1100" dirty="0" err="1"/>
              <a:t>main_clk_pad</a:t>
            </a:r>
            <a:r>
              <a:rPr lang="en-IN" sz="1100" dirty="0"/>
              <a:t>),     .CIN(</a:t>
            </a:r>
            <a:r>
              <a:rPr lang="en-IN" sz="1100" dirty="0" err="1"/>
              <a:t>alu_clk</a:t>
            </a:r>
            <a:r>
              <a:rPr lang="en-IN" sz="1100" dirty="0"/>
              <a:t>)   );</a:t>
            </a:r>
            <a:br>
              <a:rPr lang="en-IN" sz="1100" dirty="0"/>
            </a:br>
            <a:r>
              <a:rPr lang="en-IN" sz="1100" dirty="0"/>
              <a:t>pc3d01_2   (.PAD(</a:t>
            </a:r>
            <a:r>
              <a:rPr lang="en-IN" sz="1100" dirty="0" err="1"/>
              <a:t>main_reset_pad</a:t>
            </a:r>
            <a:r>
              <a:rPr lang="en-IN" sz="1100" dirty="0"/>
              <a:t>),     .CIN(main_reset)   );</a:t>
            </a:r>
          </a:p>
          <a:p>
            <a:r>
              <a:rPr lang="en-IN" sz="1200" dirty="0"/>
              <a:t>// A[7:0]</a:t>
            </a:r>
            <a:br>
              <a:rPr lang="en-IN" sz="1200" dirty="0"/>
            </a:br>
            <a:r>
              <a:rPr lang="en-IN" sz="1200" dirty="0"/>
              <a:t>pc3d01 pc3d01_3  (.PAD(</a:t>
            </a:r>
            <a:r>
              <a:rPr lang="en-IN" sz="1200" dirty="0" err="1"/>
              <a:t>A_pad</a:t>
            </a:r>
            <a:r>
              <a:rPr lang="en-IN" sz="1200" dirty="0"/>
              <a:t>[0]),     .CIN(A[0])   );</a:t>
            </a:r>
            <a:br>
              <a:rPr lang="en-IN" sz="1200" dirty="0"/>
            </a:br>
            <a:r>
              <a:rPr lang="en-IN" sz="1200" dirty="0"/>
              <a:t>pc3d01 pc3d01_4  (.PAD(</a:t>
            </a:r>
            <a:r>
              <a:rPr lang="en-IN" sz="1200" dirty="0" err="1"/>
              <a:t>A_pad</a:t>
            </a:r>
            <a:r>
              <a:rPr lang="en-IN" sz="1200" dirty="0"/>
              <a:t>[1]),     .CIN(A[1])   );</a:t>
            </a:r>
            <a:br>
              <a:rPr lang="en-IN" sz="1200" dirty="0"/>
            </a:br>
            <a:r>
              <a:rPr lang="en-IN" sz="1200" dirty="0"/>
              <a:t>pc3d01 pc3d01_5  (.PAD(</a:t>
            </a:r>
            <a:r>
              <a:rPr lang="en-IN" sz="1200" dirty="0" err="1"/>
              <a:t>A_pad</a:t>
            </a:r>
            <a:r>
              <a:rPr lang="en-IN" sz="1200" dirty="0"/>
              <a:t>[2]),     .CIN(A[2])   );</a:t>
            </a:r>
            <a:br>
              <a:rPr lang="en-IN" sz="1200" dirty="0"/>
            </a:br>
            <a:r>
              <a:rPr lang="en-IN" sz="1200" dirty="0"/>
              <a:t>pc3d01 pc3d01_6  (.PAD(</a:t>
            </a:r>
            <a:r>
              <a:rPr lang="en-IN" sz="1200" dirty="0" err="1"/>
              <a:t>A_pad</a:t>
            </a:r>
            <a:r>
              <a:rPr lang="en-IN" sz="1200" dirty="0"/>
              <a:t>[3]),     .CIN(A[3])   );</a:t>
            </a:r>
            <a:br>
              <a:rPr lang="en-IN" sz="1200" dirty="0"/>
            </a:br>
            <a:r>
              <a:rPr lang="en-IN" sz="1200" dirty="0"/>
              <a:t>pc3d01 pc3d01_7  (.PAD(</a:t>
            </a:r>
            <a:r>
              <a:rPr lang="en-IN" sz="1200" dirty="0" err="1"/>
              <a:t>A_pad</a:t>
            </a:r>
            <a:r>
              <a:rPr lang="en-IN" sz="1200" dirty="0"/>
              <a:t>[4]),     .CIN(A[4])   );</a:t>
            </a:r>
            <a:br>
              <a:rPr lang="en-IN" sz="1200" dirty="0"/>
            </a:br>
            <a:r>
              <a:rPr lang="en-IN" sz="1200" dirty="0"/>
              <a:t>pc3d01 pc3d01_8  (.PAD(</a:t>
            </a:r>
            <a:r>
              <a:rPr lang="en-IN" sz="1200" dirty="0" err="1"/>
              <a:t>A_pad</a:t>
            </a:r>
            <a:r>
              <a:rPr lang="en-IN" sz="1200" dirty="0"/>
              <a:t>[5]),     .CIN(A[5])   );</a:t>
            </a:r>
            <a:br>
              <a:rPr lang="en-IN" sz="1200" dirty="0"/>
            </a:br>
            <a:r>
              <a:rPr lang="en-IN" sz="1200" dirty="0"/>
              <a:t>pc3d01 pc3d01_9  (.PAD(</a:t>
            </a:r>
            <a:r>
              <a:rPr lang="en-IN" sz="1200" dirty="0" err="1"/>
              <a:t>A_pad</a:t>
            </a:r>
            <a:r>
              <a:rPr lang="en-IN" sz="1200" dirty="0"/>
              <a:t>[6]),     .CIN(A[6])   );</a:t>
            </a:r>
            <a:br>
              <a:rPr lang="en-IN" sz="1200" dirty="0"/>
            </a:br>
            <a:r>
              <a:rPr lang="en-IN" sz="1200" dirty="0"/>
              <a:t>pc3d01 pc3d01_10  (.PAD(</a:t>
            </a:r>
            <a:r>
              <a:rPr lang="en-IN" sz="1200" dirty="0" err="1"/>
              <a:t>A_pad</a:t>
            </a:r>
            <a:r>
              <a:rPr lang="en-IN" sz="1200" dirty="0"/>
              <a:t>[7]),     .CIN(A[7])   );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// B[7:0]</a:t>
            </a:r>
            <a:br>
              <a:rPr lang="en-IN" sz="1200" dirty="0"/>
            </a:br>
            <a:r>
              <a:rPr lang="en-IN" sz="1200" dirty="0"/>
              <a:t>pc3d01 pc3d01_11  (.PAD(</a:t>
            </a:r>
            <a:r>
              <a:rPr lang="en-IN" sz="1200" dirty="0" err="1"/>
              <a:t>B_pad</a:t>
            </a:r>
            <a:r>
              <a:rPr lang="en-IN" sz="1200" dirty="0"/>
              <a:t>[0]),     .CIN(B[0])   );</a:t>
            </a:r>
            <a:br>
              <a:rPr lang="en-IN" sz="1200" dirty="0"/>
            </a:br>
            <a:r>
              <a:rPr lang="en-IN" sz="1200" dirty="0"/>
              <a:t>pc3d01 pc3d01_12  (.PAD(</a:t>
            </a:r>
            <a:r>
              <a:rPr lang="en-IN" sz="1200" dirty="0" err="1"/>
              <a:t>B_pad</a:t>
            </a:r>
            <a:r>
              <a:rPr lang="en-IN" sz="1200" dirty="0"/>
              <a:t>[1]),     .CIN(B[1])   );</a:t>
            </a:r>
            <a:br>
              <a:rPr lang="en-IN" sz="1200" dirty="0"/>
            </a:br>
            <a:r>
              <a:rPr lang="en-IN" sz="1200" dirty="0"/>
              <a:t>pc3d01 pc3d01_13  (.PAD(</a:t>
            </a:r>
            <a:r>
              <a:rPr lang="en-IN" sz="1200" dirty="0" err="1"/>
              <a:t>B_pad</a:t>
            </a:r>
            <a:r>
              <a:rPr lang="en-IN" sz="1200" dirty="0"/>
              <a:t>[2]),     .CIN(B[2])   );</a:t>
            </a:r>
            <a:br>
              <a:rPr lang="en-IN" sz="1200" dirty="0"/>
            </a:br>
            <a:r>
              <a:rPr lang="en-IN" sz="1200" dirty="0"/>
              <a:t>pc3d01 pc3d01_14  (.PAD(</a:t>
            </a:r>
            <a:r>
              <a:rPr lang="en-IN" sz="1200" dirty="0" err="1"/>
              <a:t>B_pad</a:t>
            </a:r>
            <a:r>
              <a:rPr lang="en-IN" sz="1200" dirty="0"/>
              <a:t>[3]),     .CIN(B[3])   );</a:t>
            </a:r>
            <a:br>
              <a:rPr lang="en-IN" sz="1200" dirty="0"/>
            </a:br>
            <a:r>
              <a:rPr lang="en-IN" sz="1200" dirty="0"/>
              <a:t>pc3d01 pc3d01_15  (.PAD(</a:t>
            </a:r>
            <a:r>
              <a:rPr lang="en-IN" sz="1200" dirty="0" err="1"/>
              <a:t>B_pad</a:t>
            </a:r>
            <a:r>
              <a:rPr lang="en-IN" sz="1200" dirty="0"/>
              <a:t>[4]),     .CIN(B[4])   );</a:t>
            </a:r>
            <a:br>
              <a:rPr lang="en-IN" sz="1200" dirty="0"/>
            </a:br>
            <a:r>
              <a:rPr lang="en-IN" sz="1200" dirty="0"/>
              <a:t>pc3d01 pc3d01_16  (.PAD(</a:t>
            </a:r>
            <a:r>
              <a:rPr lang="en-IN" sz="1200" dirty="0" err="1"/>
              <a:t>B_pad</a:t>
            </a:r>
            <a:r>
              <a:rPr lang="en-IN" sz="1200" dirty="0"/>
              <a:t>[5]),     .CIN(B[5])   );</a:t>
            </a:r>
            <a:br>
              <a:rPr lang="en-IN" sz="1200" dirty="0"/>
            </a:br>
            <a:r>
              <a:rPr lang="en-IN" sz="1200" dirty="0"/>
              <a:t>pc3d01 pc3d01_17  (.PAD(</a:t>
            </a:r>
            <a:r>
              <a:rPr lang="en-IN" sz="1200" dirty="0" err="1"/>
              <a:t>B_pad</a:t>
            </a:r>
            <a:r>
              <a:rPr lang="en-IN" sz="1200" dirty="0"/>
              <a:t>[6]),     .CIN(B[6])   );</a:t>
            </a:r>
            <a:br>
              <a:rPr lang="en-IN" sz="1200" dirty="0"/>
            </a:br>
            <a:r>
              <a:rPr lang="en-IN" sz="1200" dirty="0"/>
              <a:t>pc3d01 pc3d01_18  (.PAD(</a:t>
            </a:r>
            <a:r>
              <a:rPr lang="en-IN" sz="1200" dirty="0" err="1"/>
              <a:t>B_pad</a:t>
            </a:r>
            <a:r>
              <a:rPr lang="en-IN" sz="1200" dirty="0"/>
              <a:t>[7]),     .CIN(B[7])   );</a:t>
            </a:r>
            <a:br>
              <a:rPr lang="en-IN" sz="1200" dirty="0"/>
            </a:br>
            <a:br>
              <a:rPr lang="en-IN" sz="1200" dirty="0"/>
            </a:b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204B2-F835-988C-DCD8-406EF0C37E67}"/>
              </a:ext>
            </a:extLst>
          </p:cNvPr>
          <p:cNvSpPr txBox="1"/>
          <p:nvPr/>
        </p:nvSpPr>
        <p:spPr>
          <a:xfrm>
            <a:off x="6473887" y="1771116"/>
            <a:ext cx="510785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// sel[3:0]</a:t>
            </a:r>
            <a:br>
              <a:rPr lang="en-IN" sz="1400" dirty="0"/>
            </a:br>
            <a:r>
              <a:rPr lang="en-IN" sz="1400" dirty="0"/>
              <a:t>pc3d01 pc3d01_19  (.PAD(</a:t>
            </a:r>
            <a:r>
              <a:rPr lang="en-IN" sz="1400" dirty="0" err="1"/>
              <a:t>sel_pad</a:t>
            </a:r>
            <a:r>
              <a:rPr lang="en-IN" sz="1400" dirty="0"/>
              <a:t>[0]),   .CIN(sel[0]) );</a:t>
            </a:r>
            <a:br>
              <a:rPr lang="en-IN" sz="1400" dirty="0"/>
            </a:br>
            <a:r>
              <a:rPr lang="en-IN" sz="1400" dirty="0"/>
              <a:t>pc3d01 pc3d01_20  (.PAD(</a:t>
            </a:r>
            <a:r>
              <a:rPr lang="en-IN" sz="1400" dirty="0" err="1"/>
              <a:t>sel_pad</a:t>
            </a:r>
            <a:r>
              <a:rPr lang="en-IN" sz="1400" dirty="0"/>
              <a:t>[1]),   .CIN(sel[1]) );</a:t>
            </a:r>
            <a:br>
              <a:rPr lang="en-IN" sz="1400" dirty="0"/>
            </a:br>
            <a:r>
              <a:rPr lang="en-IN" sz="1400" dirty="0"/>
              <a:t>pc3d01 pc3d01_21  (.PAD(</a:t>
            </a:r>
            <a:r>
              <a:rPr lang="en-IN" sz="1400" dirty="0" err="1"/>
              <a:t>sel_pad</a:t>
            </a:r>
            <a:r>
              <a:rPr lang="en-IN" sz="1400" dirty="0"/>
              <a:t>[2]),   .CIN(sel[2]) );</a:t>
            </a:r>
            <a:br>
              <a:rPr lang="en-IN" sz="1400" dirty="0"/>
            </a:br>
            <a:r>
              <a:rPr lang="en-IN" sz="1400" dirty="0"/>
              <a:t>pc3d01 pc3d01_22  (.PAD(</a:t>
            </a:r>
            <a:r>
              <a:rPr lang="en-IN" sz="1400" dirty="0" err="1"/>
              <a:t>sel_pad</a:t>
            </a:r>
            <a:r>
              <a:rPr lang="en-IN" sz="1400" dirty="0"/>
              <a:t>[3]),   .CIN(sel[3]) );</a:t>
            </a:r>
            <a:br>
              <a:rPr lang="en-IN" sz="1400" dirty="0"/>
            </a:br>
            <a:br>
              <a:rPr lang="en-IN" sz="1400" dirty="0"/>
            </a:br>
            <a:r>
              <a:rPr lang="en-IN" sz="1400" dirty="0"/>
              <a:t>//=====================================</a:t>
            </a:r>
            <a:br>
              <a:rPr lang="en-IN" sz="1400" dirty="0"/>
            </a:br>
            <a:r>
              <a:rPr lang="en-IN" sz="1400" dirty="0"/>
              <a:t>// Output Pad Instantiations</a:t>
            </a:r>
            <a:br>
              <a:rPr lang="en-IN" sz="1400" dirty="0"/>
            </a:br>
            <a:r>
              <a:rPr lang="en-IN" sz="1400" dirty="0"/>
              <a:t>//=====================================</a:t>
            </a:r>
            <a:br>
              <a:rPr lang="en-IN" sz="1400" dirty="0"/>
            </a:br>
            <a:r>
              <a:rPr lang="en-IN" sz="1400" dirty="0"/>
              <a:t>// result[7:0]</a:t>
            </a:r>
            <a:br>
              <a:rPr lang="en-IN" sz="1400" dirty="0"/>
            </a:br>
            <a:r>
              <a:rPr lang="en-IN" sz="1400" dirty="0"/>
              <a:t>pc3o05 pc3o05_1  (.I(result[0]),      .PAD(</a:t>
            </a:r>
            <a:r>
              <a:rPr lang="en-IN" sz="1400" dirty="0" err="1"/>
              <a:t>result_pad</a:t>
            </a:r>
            <a:r>
              <a:rPr lang="en-IN" sz="1400" dirty="0"/>
              <a:t>[0]) );</a:t>
            </a:r>
            <a:br>
              <a:rPr lang="en-IN" sz="1400" dirty="0"/>
            </a:br>
            <a:r>
              <a:rPr lang="en-IN" sz="1400" dirty="0"/>
              <a:t>pc3o05 pc3o05_2  (.I(result[1]),      .PAD(</a:t>
            </a:r>
            <a:r>
              <a:rPr lang="en-IN" sz="1400" dirty="0" err="1"/>
              <a:t>result_pad</a:t>
            </a:r>
            <a:r>
              <a:rPr lang="en-IN" sz="1400" dirty="0"/>
              <a:t>[1]) );</a:t>
            </a:r>
            <a:br>
              <a:rPr lang="en-IN" sz="1400" dirty="0"/>
            </a:br>
            <a:r>
              <a:rPr lang="en-IN" sz="1400" dirty="0"/>
              <a:t>pc3o05 pc3o05_3  (.I(result[2]),      .PAD(</a:t>
            </a:r>
            <a:r>
              <a:rPr lang="en-IN" sz="1400" dirty="0" err="1"/>
              <a:t>result_pad</a:t>
            </a:r>
            <a:r>
              <a:rPr lang="en-IN" sz="1400" dirty="0"/>
              <a:t>[2]) );</a:t>
            </a:r>
            <a:br>
              <a:rPr lang="en-IN" sz="1400" dirty="0"/>
            </a:br>
            <a:r>
              <a:rPr lang="en-IN" sz="1400" dirty="0"/>
              <a:t>pc3o05 pc3o05_4  (.I(result[3]),      .PAD(</a:t>
            </a:r>
            <a:r>
              <a:rPr lang="en-IN" sz="1400" dirty="0" err="1"/>
              <a:t>result_pad</a:t>
            </a:r>
            <a:r>
              <a:rPr lang="en-IN" sz="1400" dirty="0"/>
              <a:t>[3]) );</a:t>
            </a:r>
            <a:br>
              <a:rPr lang="en-IN" sz="1400" dirty="0"/>
            </a:br>
            <a:r>
              <a:rPr lang="en-IN" sz="1400" dirty="0"/>
              <a:t>pc3o05 pc3o05_5  (.I(result[4]),      .PAD(</a:t>
            </a:r>
            <a:r>
              <a:rPr lang="en-IN" sz="1400" dirty="0" err="1"/>
              <a:t>result_pad</a:t>
            </a:r>
            <a:r>
              <a:rPr lang="en-IN" sz="1400" dirty="0"/>
              <a:t>[4]) );</a:t>
            </a:r>
            <a:br>
              <a:rPr lang="en-IN" sz="1400" dirty="0"/>
            </a:br>
            <a:r>
              <a:rPr lang="en-IN" sz="1400" dirty="0"/>
              <a:t>pc3o05 pc3o05_6  (.I(result[5]),      .PAD(</a:t>
            </a:r>
            <a:r>
              <a:rPr lang="en-IN" sz="1400" dirty="0" err="1"/>
              <a:t>result_pad</a:t>
            </a:r>
            <a:r>
              <a:rPr lang="en-IN" sz="1400" dirty="0"/>
              <a:t>[5]) );</a:t>
            </a:r>
            <a:br>
              <a:rPr lang="en-IN" sz="1400" dirty="0"/>
            </a:br>
            <a:r>
              <a:rPr lang="en-IN" sz="1400" dirty="0"/>
              <a:t>pc3o05 pc3o05_7  (.I(result[6]),      .PAD(</a:t>
            </a:r>
            <a:r>
              <a:rPr lang="en-IN" sz="1400" dirty="0" err="1"/>
              <a:t>result_pad</a:t>
            </a:r>
            <a:r>
              <a:rPr lang="en-IN" sz="1400" dirty="0"/>
              <a:t>[6]) );</a:t>
            </a:r>
            <a:br>
              <a:rPr lang="en-IN" sz="1400" dirty="0"/>
            </a:br>
            <a:r>
              <a:rPr lang="en-IN" sz="1400" dirty="0"/>
              <a:t>pc3o05 pc3o05_8  (.I(result[7]),      .PAD(</a:t>
            </a:r>
            <a:r>
              <a:rPr lang="en-IN" sz="1400" dirty="0" err="1"/>
              <a:t>result_pad</a:t>
            </a:r>
            <a:r>
              <a:rPr lang="en-IN" sz="1400" dirty="0"/>
              <a:t>[7]) );</a:t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54B76-A754-CDB0-3D02-77BF88116DBB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181611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C505-8D2E-71E3-C746-B320C523A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4" y="1945803"/>
            <a:ext cx="11970283" cy="4241649"/>
          </a:xfrm>
        </p:spPr>
        <p:txBody>
          <a:bodyPr>
            <a:noAutofit/>
          </a:bodyPr>
          <a:lstStyle/>
          <a:p>
            <a:br>
              <a:rPr lang="en-IN" sz="1100" dirty="0"/>
            </a:br>
            <a:r>
              <a:rPr lang="en-IN" sz="1100" dirty="0"/>
              <a:t>always @(*) begin</a:t>
            </a:r>
            <a:br>
              <a:rPr lang="en-IN" sz="1100" dirty="0"/>
            </a:br>
            <a:r>
              <a:rPr lang="en-IN" sz="1100" dirty="0"/>
              <a:t>        case (sel)</a:t>
            </a:r>
            <a:br>
              <a:rPr lang="en-IN" sz="1100" dirty="0"/>
            </a:br>
            <a:r>
              <a:rPr lang="en-IN" sz="1100" dirty="0"/>
              <a:t>            4'b0000: alu_out = A + B;            // Addition</a:t>
            </a:r>
            <a:br>
              <a:rPr lang="en-IN" sz="1100" dirty="0"/>
            </a:br>
            <a:r>
              <a:rPr lang="en-IN" sz="1100" dirty="0"/>
              <a:t>            4'b0001: alu_out = A - B;            // Subtraction</a:t>
            </a:r>
            <a:br>
              <a:rPr lang="en-IN" sz="1100" dirty="0"/>
            </a:br>
            <a:r>
              <a:rPr lang="en-IN" sz="1100" dirty="0"/>
              <a:t>            4'b0010: alu_out = A + 1;            // Increment</a:t>
            </a:r>
            <a:br>
              <a:rPr lang="en-IN" sz="1100" dirty="0"/>
            </a:br>
            <a:r>
              <a:rPr lang="en-IN" sz="1100" dirty="0"/>
              <a:t>            4'b0011: alu_out = A - 1;            // Decrement</a:t>
            </a:r>
            <a:br>
              <a:rPr lang="en-IN" sz="1100" dirty="0"/>
            </a:br>
            <a:r>
              <a:rPr lang="en-IN" sz="1100" dirty="0"/>
              <a:t>            4'b0100: alu_out = A * B;            // Multiplication</a:t>
            </a:r>
            <a:br>
              <a:rPr lang="en-IN" sz="1100" dirty="0"/>
            </a:br>
            <a:r>
              <a:rPr lang="en-IN" sz="1100" dirty="0"/>
              <a:t>            4'b0101: alu_out = (B != 0) ? A / B : 8'b00000000; // Division</a:t>
            </a:r>
            <a:br>
              <a:rPr lang="en-IN" sz="1100" dirty="0"/>
            </a:br>
            <a:r>
              <a:rPr lang="en-IN" sz="1100" dirty="0"/>
              <a:t>            4'b0110: alu_out = A &lt;&lt; 1;           // Logical left shift</a:t>
            </a:r>
            <a:br>
              <a:rPr lang="en-IN" sz="1100" dirty="0"/>
            </a:br>
            <a:r>
              <a:rPr lang="en-IN" sz="1100" dirty="0"/>
              <a:t>            4'b0111: alu_out = A &gt;&gt; 1;           // Logical right shift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            4'b1000: alu_out = A &amp; B;            // AND</a:t>
            </a:r>
            <a:br>
              <a:rPr lang="en-IN" sz="1100" dirty="0"/>
            </a:br>
            <a:r>
              <a:rPr lang="en-IN" sz="1100" dirty="0"/>
              <a:t>            4'b1001: alu_out = A | B;            // OR</a:t>
            </a:r>
            <a:br>
              <a:rPr lang="en-IN" sz="1100" dirty="0"/>
            </a:br>
            <a:r>
              <a:rPr lang="en-IN" sz="1100" dirty="0"/>
              <a:t>            4'b1010: alu_out = A ^ B;            // XOR</a:t>
            </a:r>
            <a:br>
              <a:rPr lang="en-IN" sz="1100" dirty="0"/>
            </a:br>
            <a:r>
              <a:rPr lang="en-IN" sz="1100" dirty="0"/>
              <a:t>            4'b1011: alu_out = ~A;               // NOT A</a:t>
            </a:r>
            <a:br>
              <a:rPr lang="en-IN" sz="1100" dirty="0"/>
            </a:br>
            <a:r>
              <a:rPr lang="en-IN" sz="1100" dirty="0"/>
              <a:t>            4'b1100: alu_out = ~(A &amp; B);         // NAND</a:t>
            </a:r>
            <a:br>
              <a:rPr lang="en-IN" sz="1100" dirty="0"/>
            </a:br>
            <a:r>
              <a:rPr lang="en-IN" sz="1100" dirty="0"/>
              <a:t>            4'b1101: alu_out = ~(A | B);         // NOR</a:t>
            </a:r>
            <a:br>
              <a:rPr lang="en-IN" sz="1100" dirty="0"/>
            </a:br>
            <a:r>
              <a:rPr lang="en-IN" sz="1100" dirty="0"/>
              <a:t>            4'b1110: alu_out = ~(A ^ B);         // XNOR</a:t>
            </a:r>
            <a:br>
              <a:rPr lang="en-IN" sz="1100" dirty="0"/>
            </a:br>
            <a:r>
              <a:rPr lang="en-IN" sz="1100" dirty="0"/>
              <a:t>            4'b1111: alu_out = 8'b00000000;      // Clear output</a:t>
            </a:r>
            <a:br>
              <a:rPr lang="en-IN" sz="1100" dirty="0"/>
            </a:br>
            <a:r>
              <a:rPr lang="en-IN" sz="1100" dirty="0"/>
              <a:t>            default: alu_out = 8'b00000000;</a:t>
            </a:r>
            <a:br>
              <a:rPr lang="en-IN" sz="1100" dirty="0"/>
            </a:br>
            <a:r>
              <a:rPr lang="en-IN" sz="1100" dirty="0"/>
              <a:t>        endcase</a:t>
            </a:r>
            <a:br>
              <a:rPr lang="en-IN" sz="1100" dirty="0"/>
            </a:br>
            <a:r>
              <a:rPr lang="en-IN" sz="1100" dirty="0"/>
              <a:t>    end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/>
              <a:t>    // Registered output</a:t>
            </a:r>
            <a:br>
              <a:rPr lang="en-IN" sz="1100" dirty="0"/>
            </a:br>
            <a:r>
              <a:rPr lang="en-IN" sz="1100" dirty="0"/>
              <a:t>    always @(posedge main_clk or posedge main_reset) begin</a:t>
            </a:r>
            <a:br>
              <a:rPr lang="en-IN" sz="1100" dirty="0"/>
            </a:br>
            <a:r>
              <a:rPr lang="en-IN" sz="1100" dirty="0"/>
              <a:t>        if (main_reset)</a:t>
            </a:r>
            <a:br>
              <a:rPr lang="en-IN" sz="1100" dirty="0"/>
            </a:br>
            <a:r>
              <a:rPr lang="en-IN" sz="1100" dirty="0"/>
              <a:t>            result &lt;= 8'b00000000;</a:t>
            </a:r>
            <a:br>
              <a:rPr lang="en-IN" sz="1100" dirty="0"/>
            </a:br>
            <a:r>
              <a:rPr lang="en-IN" sz="1100" dirty="0"/>
              <a:t>        else</a:t>
            </a:r>
            <a:br>
              <a:rPr lang="en-IN" sz="1100" dirty="0"/>
            </a:br>
            <a:r>
              <a:rPr lang="en-IN" sz="1100" dirty="0"/>
              <a:t>            result &lt;= alu_out;</a:t>
            </a:r>
            <a:br>
              <a:rPr lang="en-IN" sz="1100" dirty="0"/>
            </a:br>
            <a:r>
              <a:rPr lang="en-IN" sz="1100" dirty="0"/>
              <a:t>    end</a:t>
            </a:r>
            <a:br>
              <a:rPr lang="en-IN" sz="1100" dirty="0"/>
            </a:br>
            <a:r>
              <a:rPr lang="en-IN" sz="1100" dirty="0"/>
              <a:t>endmodule</a:t>
            </a:r>
            <a:br>
              <a:rPr lang="en-IN" sz="1100" dirty="0"/>
            </a:br>
            <a:br>
              <a:rPr lang="en-IN" sz="1100" dirty="0"/>
            </a:br>
            <a:endParaRPr lang="en-IN" sz="1100" dirty="0"/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F276DD4B-6F82-8CE8-30AB-E3068B2335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E6778870-E738-9647-C006-483E532DE178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44DF0614-1745-DD70-2659-6279C6F7E115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FDE32E-3E50-F146-A83B-330B5511AC69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C46C3-0CF6-634C-C944-B7EEFA9E0EF6}"/>
              </a:ext>
            </a:extLst>
          </p:cNvPr>
          <p:cNvSpPr txBox="1"/>
          <p:nvPr/>
        </p:nvSpPr>
        <p:spPr>
          <a:xfrm>
            <a:off x="516194" y="1062189"/>
            <a:ext cx="256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Actual Logic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5E091-D21E-454D-6440-2B696466D3DA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267396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F913-EC61-973B-BEB9-4D159AED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9F58D989-62CD-0F17-0603-BAA514D68D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B6AD23B2-2131-906A-0562-5AD14C5E04BD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D2CBC5E1-DE46-2EC4-CF28-810AF82F239F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9972B6-57FC-0D28-D8A2-5730A3C4C0B7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826FD-B3C6-67BE-247E-695BD1DB22D3}"/>
              </a:ext>
            </a:extLst>
          </p:cNvPr>
          <p:cNvSpPr txBox="1"/>
          <p:nvPr/>
        </p:nvSpPr>
        <p:spPr>
          <a:xfrm>
            <a:off x="516193" y="1062188"/>
            <a:ext cx="3190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Results after synthesis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D7485C-F6FC-2B0B-886C-01E96D1F6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17" y="1614605"/>
            <a:ext cx="5211097" cy="20823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639DB3-5F8F-EE73-C85F-B4F8D3ED2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949" y="1568039"/>
            <a:ext cx="6252334" cy="21288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3D716D-25AC-2F28-65DA-5EC571FF5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951" y="4038340"/>
            <a:ext cx="6252333" cy="20575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EC5B0E-13D2-5AB1-88DE-258252483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16" y="4058721"/>
            <a:ext cx="5304013" cy="1938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DE879F-28B9-170D-205E-EC3B2EE442C0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61968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B3080-320D-3529-1B8A-DE29D222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9486-8403-F42F-F969-081A7470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219" y="1094091"/>
            <a:ext cx="5736632" cy="55867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LEC and GLS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9C7B74E9-8FBA-0453-42C7-3AE0DA67BA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5C349C8D-B132-3C10-2856-505DA7A5D395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59EE1267-E8D0-1564-FD5B-332BE9DB0B7B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A975E6-BF32-BF03-DCF2-0F8C45546344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DC5790-DA79-80FD-E061-DA59F76D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7" y="1684667"/>
            <a:ext cx="6320588" cy="40745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225C7E4-892D-EC71-C141-132829A98DD1}"/>
                  </a:ext>
                </a:extLst>
              </p14:cNvPr>
              <p14:cNvContentPartPr/>
              <p14:nvPr/>
            </p14:nvContentPartPr>
            <p14:xfrm>
              <a:off x="2499330" y="4560330"/>
              <a:ext cx="591120" cy="66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225C7E4-892D-EC71-C141-132829A98D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6330" y="4497330"/>
                <a:ext cx="71676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B450C0C-4176-2039-75DF-D49755E9775A}"/>
              </a:ext>
            </a:extLst>
          </p:cNvPr>
          <p:cNvGrpSpPr/>
          <p:nvPr/>
        </p:nvGrpSpPr>
        <p:grpSpPr>
          <a:xfrm>
            <a:off x="2678250" y="4408050"/>
            <a:ext cx="991440" cy="279360"/>
            <a:chOff x="2678250" y="4408050"/>
            <a:chExt cx="99144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D0B27E-FB12-B326-F972-B71A4BCC859A}"/>
                    </a:ext>
                  </a:extLst>
                </p14:cNvPr>
                <p14:cNvContentPartPr/>
                <p14:nvPr/>
              </p14:nvContentPartPr>
              <p14:xfrm>
                <a:off x="2793090" y="4408050"/>
                <a:ext cx="876600" cy="27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D0B27E-FB12-B326-F972-B71A4BCC85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30450" y="4345050"/>
                  <a:ext cx="10022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78D7F5F-65D4-0981-6BD8-6556EE96BB7C}"/>
                    </a:ext>
                  </a:extLst>
                </p14:cNvPr>
                <p14:cNvContentPartPr/>
                <p14:nvPr/>
              </p14:nvContentPartPr>
              <p14:xfrm>
                <a:off x="2678250" y="450345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78D7F5F-65D4-0981-6BD8-6556EE96BB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15250" y="44404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D7FED29-62E1-57EF-0DCD-C335444997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366" y="1684667"/>
            <a:ext cx="5736633" cy="4111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F64376-E00E-4752-A3F9-F3035673AF06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273214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36FA6-46CF-F23E-4571-23A6D3F6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47A3-C1EC-97CA-6AD6-F667C4F7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39" y="1166093"/>
            <a:ext cx="4517432" cy="558675"/>
          </a:xfrm>
        </p:spPr>
        <p:txBody>
          <a:bodyPr>
            <a:normAutofit/>
          </a:bodyPr>
          <a:lstStyle/>
          <a:p>
            <a:r>
              <a:rPr lang="en-IN" sz="2800" b="1" dirty="0"/>
              <a:t>Layout generation in Innovus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9C16EB14-D552-D718-9CC6-B46F64F9E3B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DEEA956E-5C86-0A7C-6C9C-5D2887D9BD30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FE912623-6D88-E9AE-FA9B-8773D4F66B58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28E503-7F51-44BA-DB31-9510E897DF69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0F8403-1A72-BCF6-BD43-5405290B3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446" y="1724768"/>
            <a:ext cx="7502012" cy="44179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97D009-F4A8-769F-8AF6-C502A0426D5F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3130494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7050-D7D6-DCF7-459A-7BAA1192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CF30-4B65-8FAC-1116-A39813F5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39" y="1166093"/>
            <a:ext cx="5736632" cy="558675"/>
          </a:xfrm>
        </p:spPr>
        <p:txBody>
          <a:bodyPr>
            <a:normAutofit/>
          </a:bodyPr>
          <a:lstStyle/>
          <a:p>
            <a:r>
              <a:rPr lang="en-IN" sz="2800" dirty="0"/>
              <a:t>Power Rail connections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69FA51D5-F988-DDDF-8281-9BDAF16BB9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AA1E9713-907F-8C05-852D-1B7C84D048AE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DDE725F1-BC16-8AFB-305A-6BFF3934482B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C7C47C-34AB-2552-6587-A6044148230E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060CF-6658-4E5B-F006-B2074047A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3" y="1690488"/>
            <a:ext cx="10894142" cy="46593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4CC406-2596-7E45-0D28-5E8503C82FDC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373136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5A56C-B4BF-90DD-EDBE-2E68CDC82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20D5-DDE4-9349-010D-58F86963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39" y="1166093"/>
            <a:ext cx="5736632" cy="558675"/>
          </a:xfrm>
        </p:spPr>
        <p:txBody>
          <a:bodyPr>
            <a:normAutofit/>
          </a:bodyPr>
          <a:lstStyle/>
          <a:p>
            <a:r>
              <a:rPr lang="en-IN" sz="2800" b="1" dirty="0"/>
              <a:t>After IO fillers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564623C4-3478-66F8-2169-58B7BEB537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704BBA8D-23DE-123C-DB14-71BA47C788FF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886DC0D4-E72D-9968-337C-E3C824DEA0B0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80D2FD-CC81-8988-27E8-84455382480F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2BB073-C98F-F69E-EBF4-52F65067E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48" y="1759047"/>
            <a:ext cx="9940414" cy="4871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E8311A-605D-9F9F-38FA-19BCE0F5D0C5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71781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87FE-AB24-65D1-A26D-62F9A6F2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2090-5490-22DA-43F6-C3E1F699E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64" y="1094091"/>
            <a:ext cx="5736632" cy="558675"/>
          </a:xfrm>
        </p:spPr>
        <p:txBody>
          <a:bodyPr>
            <a:normAutofit/>
          </a:bodyPr>
          <a:lstStyle/>
          <a:p>
            <a:r>
              <a:rPr lang="en-IN" sz="2800" b="1" dirty="0"/>
              <a:t>Nano-Routing initiation ( Pre-CTS)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48D16253-1E6A-9D17-37B0-D97CA70D9F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EF3361FA-383D-4A46-9C95-F713C64214F1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BF7AB45B-3B6D-BFFC-2108-BBC07848199B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9F95F0-09CE-C34A-ADE3-E8B9CECB3853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4F5936-F4E8-B2C3-55B1-6789C369D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019" y="1759975"/>
            <a:ext cx="9547124" cy="4493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7C6655-47B2-C987-C803-D12E8042943E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386102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BEF1-70DA-B605-DBB7-A1A07A50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A5E7-1BEE-40E7-792A-46FFB063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39" y="1166093"/>
            <a:ext cx="5736632" cy="558675"/>
          </a:xfrm>
        </p:spPr>
        <p:txBody>
          <a:bodyPr>
            <a:normAutofit/>
          </a:bodyPr>
          <a:lstStyle/>
          <a:p>
            <a:r>
              <a:rPr lang="en-IN" sz="2800" b="1" dirty="0"/>
              <a:t>Post CTS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5BBA6249-DD8D-254A-35C7-68C1488AA3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8AACFDD0-FBEA-2E8A-688D-0F4279198242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566AE4CC-E422-8FEC-D044-6A9FD50912F2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C172E3-A711-F7C8-14E8-2363EC1BF3F9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5321E-7B46-9AA5-E1F0-CB72F247B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74" y="1724768"/>
            <a:ext cx="10085661" cy="4305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151669-5BF4-6F9E-B006-83134D78831C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702854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CE33-60DC-1827-0606-80D7C76F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5881-4D48-07F0-CA28-A5DF75DF5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64" y="1094091"/>
            <a:ext cx="5736632" cy="558675"/>
          </a:xfrm>
        </p:spPr>
        <p:txBody>
          <a:bodyPr>
            <a:normAutofit/>
          </a:bodyPr>
          <a:lstStyle/>
          <a:p>
            <a:r>
              <a:rPr lang="en-IN" sz="2800" b="1" dirty="0"/>
              <a:t>GDS2 streamed in Virtuoso</a:t>
            </a:r>
          </a:p>
        </p:txBody>
      </p:sp>
      <p:pic>
        <p:nvPicPr>
          <p:cNvPr id="4" name="Google Shape;55;p13">
            <a:extLst>
              <a:ext uri="{FF2B5EF4-FFF2-40B4-BE49-F238E27FC236}">
                <a16:creationId xmlns:a16="http://schemas.microsoft.com/office/drawing/2014/main" id="{8F4852A5-C45B-1C0E-4C5C-2F4C90B6B0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763" r="38199" b="64453"/>
          <a:stretch/>
        </p:blipFill>
        <p:spPr>
          <a:xfrm>
            <a:off x="7465357" y="104570"/>
            <a:ext cx="3559278" cy="92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56;p13">
            <a:extLst>
              <a:ext uri="{FF2B5EF4-FFF2-40B4-BE49-F238E27FC236}">
                <a16:creationId xmlns:a16="http://schemas.microsoft.com/office/drawing/2014/main" id="{40A49E5F-FF7A-BD4D-B4A4-2C6CCAACA420}"/>
              </a:ext>
            </a:extLst>
          </p:cNvPr>
          <p:cNvCxnSpPr>
            <a:cxnSpLocks/>
          </p:cNvCxnSpPr>
          <p:nvPr/>
        </p:nvCxnSpPr>
        <p:spPr>
          <a:xfrm>
            <a:off x="474404" y="1062189"/>
            <a:ext cx="11253024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61;p13">
            <a:extLst>
              <a:ext uri="{FF2B5EF4-FFF2-40B4-BE49-F238E27FC236}">
                <a16:creationId xmlns:a16="http://schemas.microsoft.com/office/drawing/2014/main" id="{C2BE9029-DDAE-AC9E-B811-39AA31F262F5}"/>
              </a:ext>
            </a:extLst>
          </p:cNvPr>
          <p:cNvCxnSpPr>
            <a:cxnSpLocks/>
          </p:cNvCxnSpPr>
          <p:nvPr/>
        </p:nvCxnSpPr>
        <p:spPr>
          <a:xfrm>
            <a:off x="516193" y="6349818"/>
            <a:ext cx="11159613" cy="0"/>
          </a:xfrm>
          <a:prstGeom prst="straightConnector1">
            <a:avLst/>
          </a:prstGeom>
          <a:noFill/>
          <a:ln w="31750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A7C41D-892F-76F4-304C-6816A8DA3C10}"/>
              </a:ext>
            </a:extLst>
          </p:cNvPr>
          <p:cNvSpPr txBox="1"/>
          <p:nvPr/>
        </p:nvSpPr>
        <p:spPr>
          <a:xfrm>
            <a:off x="3601556" y="6384098"/>
            <a:ext cx="6233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Electronics &amp; Communication Engineering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05BBDC-2E30-1F48-21D3-1D7DBE2EE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35" y="1651690"/>
            <a:ext cx="7855974" cy="46981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552A3C-108B-DD77-E96A-5BA5C6748792}"/>
              </a:ext>
            </a:extLst>
          </p:cNvPr>
          <p:cNvSpPr txBox="1"/>
          <p:nvPr/>
        </p:nvSpPr>
        <p:spPr>
          <a:xfrm>
            <a:off x="391665" y="392781"/>
            <a:ext cx="719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Proper GDS2 stream out with IO pad instantiation </a:t>
            </a:r>
          </a:p>
        </p:txBody>
      </p:sp>
    </p:spTree>
    <p:extLst>
      <p:ext uri="{BB962C8B-B14F-4D97-AF65-F5344CB8AC3E}">
        <p14:creationId xmlns:p14="http://schemas.microsoft.com/office/powerpoint/2010/main" val="240439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1875</TotalTime>
  <Words>1358</Words>
  <Application>Microsoft Office PowerPoint</Application>
  <PresentationFormat>Widescreen</PresentationFormat>
  <Paragraphs>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Body</vt:lpstr>
      <vt:lpstr>Calibri Light</vt:lpstr>
      <vt:lpstr>Office Theme</vt:lpstr>
      <vt:lpstr>PowerPoint Presentation</vt:lpstr>
      <vt:lpstr>PowerPoint Presentation</vt:lpstr>
      <vt:lpstr>Area Planning</vt:lpstr>
      <vt:lpstr>PowerPoint Presentation</vt:lpstr>
      <vt:lpstr>RTL code( pad instantiation part)</vt:lpstr>
      <vt:lpstr> always @(*) begin         case (sel)             4'b0000: alu_out = A + B;            // Addition             4'b0001: alu_out = A - B;            // Subtraction             4'b0010: alu_out = A + 1;            // Increment             4'b0011: alu_out = A - 1;            // Decrement             4'b0100: alu_out = A * B;            // Multiplication             4'b0101: alu_out = (B != 0) ? A / B : 8'b00000000; // Division             4'b0110: alu_out = A &lt;&lt; 1;           // Logical left shift             4'b0111: alu_out = A &gt;&gt; 1;           // Logical right shift              4'b1000: alu_out = A &amp; B;            // AND             4'b1001: alu_out = A | B;            // OR             4'b1010: alu_out = A ^ B;            // XOR             4'b1011: alu_out = ~A;               // NOT A             4'b1100: alu_out = ~(A &amp; B);         // NAND             4'b1101: alu_out = ~(A | B);         // NOR             4'b1110: alu_out = ~(A ^ B);         // XNOR             4'b1111: alu_out = 8'b00000000;      // Clear output             default: alu_out = 8'b00000000;         endcase     end      // Registered output     always @(posedge main_clk or posedge main_reset) begin         if (main_reset)             result &lt;= 8'b00000000;         else             result &lt;= alu_out;     end endmodule  </vt:lpstr>
      <vt:lpstr>PowerPoint Presentation</vt:lpstr>
      <vt:lpstr>LEC and GLS</vt:lpstr>
      <vt:lpstr>Layout generation in Innovus</vt:lpstr>
      <vt:lpstr>Power Rail connections</vt:lpstr>
      <vt:lpstr>After IO fillers</vt:lpstr>
      <vt:lpstr>Nano-Routing initiation ( Pre-CTS)</vt:lpstr>
      <vt:lpstr>Post CTS</vt:lpstr>
      <vt:lpstr>GDS2 streamed in Virtuoso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Sharthak Raj</dc:creator>
  <cp:lastModifiedBy>Sharthak Raj</cp:lastModifiedBy>
  <cp:revision>37</cp:revision>
  <dcterms:created xsi:type="dcterms:W3CDTF">2026-01-10T16:12:24Z</dcterms:created>
  <dcterms:modified xsi:type="dcterms:W3CDTF">2026-07-14T11:04:46Z</dcterms:modified>
</cp:coreProperties>
</file>